
<file path=[Content_Types].xml><?xml version="1.0" encoding="utf-8"?>
<Types xmlns="http://schemas.openxmlformats.org/package/2006/content-types">
  <Default Extension="jpeg" ContentType="image/jpeg"/>
  <Default Extension="JPG" ContentType="image/.jpg"/>
  <Default Extension="wav" ContentType="audio/x-wav"/>
  <Default Extension="wmf" ContentType="image/x-wmf"/>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4" r:id="rId4"/>
    <p:sldId id="257" r:id="rId5"/>
    <p:sldId id="259" r:id="rId6"/>
    <p:sldId id="258" r:id="rId7"/>
    <p:sldId id="260" r:id="rId8"/>
    <p:sldId id="261" r:id="rId9"/>
    <p:sldId id="262" r:id="rId10"/>
    <p:sldId id="263" r:id="rId11"/>
    <p:sldId id="264" r:id="rId12"/>
    <p:sldId id="265" r:id="rId13"/>
    <p:sldId id="267" r:id="rId14"/>
    <p:sldId id="268" r:id="rId15"/>
    <p:sldId id="275" r:id="rId16"/>
    <p:sldId id="269" r:id="rId17"/>
    <p:sldId id="270" r:id="rId18"/>
    <p:sldId id="271" r:id="rId19"/>
    <p:sldId id="272" r:id="rId20"/>
    <p:sldId id="273" r:id="rId21"/>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9943"/>
    <p:restoredTop sz="94630"/>
  </p:normalViewPr>
  <p:slideViewPr>
    <p:cSldViewPr showGuides="1">
      <p:cViewPr varScale="1">
        <p:scale>
          <a:sx n="72" d="100"/>
          <a:sy n="72" d="100"/>
        </p:scale>
        <p:origin x="-32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p:grpSp>
        <p:nvGrpSpPr>
          <p:cNvPr id="13314" name="组合 13313"/>
          <p:cNvGrpSpPr/>
          <p:nvPr/>
        </p:nvGrpSpPr>
        <p:grpSpPr>
          <a:xfrm>
            <a:off x="0" y="0"/>
            <a:ext cx="5867400" cy="6858000"/>
            <a:chOff x="0" y="0"/>
            <a:chExt cx="3696" cy="4320"/>
          </a:xfrm>
        </p:grpSpPr>
        <p:sp>
          <p:nvSpPr>
            <p:cNvPr id="13315" name="矩形 13314"/>
            <p:cNvSpPr/>
            <p:nvPr/>
          </p:nvSpPr>
          <p:spPr>
            <a:xfrm>
              <a:off x="0" y="0"/>
              <a:ext cx="2880" cy="4320"/>
            </a:xfrm>
            <a:prstGeom prst="rect">
              <a:avLst/>
            </a:prstGeom>
            <a:solidFill>
              <a:schemeClr val="accent2"/>
            </a:solidFill>
            <a:ln w="9525">
              <a:noFill/>
            </a:ln>
          </p:spPr>
          <p:txBody>
            <a:bodyPr wrap="none" anchor="ctr" anchorCtr="0"/>
            <a:p>
              <a:pPr lvl="0" algn="ctr"/>
              <a:endParaRPr sz="2400">
                <a:latin typeface="Times New Roman" panose="02020603050405020304" pitchFamily="18" charset="0"/>
              </a:endParaRPr>
            </a:p>
          </p:txBody>
        </p:sp>
        <p:sp>
          <p:nvSpPr>
            <p:cNvPr id="13316" name="圆角矩形 13315"/>
            <p:cNvSpPr/>
            <p:nvPr/>
          </p:nvSpPr>
          <p:spPr>
            <a:xfrm>
              <a:off x="432" y="624"/>
              <a:ext cx="3264" cy="1200"/>
            </a:xfrm>
            <a:prstGeom prst="roundRect">
              <a:avLst>
                <a:gd name="adj" fmla="val 50000"/>
              </a:avLst>
            </a:prstGeom>
            <a:solidFill>
              <a:schemeClr val="bg1"/>
            </a:solidFill>
            <a:ln w="9525">
              <a:noFill/>
            </a:ln>
          </p:spPr>
          <p:txBody>
            <a:bodyPr wrap="none" anchor="ctr" anchorCtr="0"/>
            <a:p>
              <a:pPr lvl="0" algn="ctr"/>
              <a:endParaRPr sz="2400">
                <a:latin typeface="Times New Roman" panose="02020603050405020304" pitchFamily="18" charset="0"/>
              </a:endParaRPr>
            </a:p>
          </p:txBody>
        </p:sp>
      </p:grpSp>
      <p:grpSp>
        <p:nvGrpSpPr>
          <p:cNvPr id="13317" name="组合 13316"/>
          <p:cNvGrpSpPr/>
          <p:nvPr/>
        </p:nvGrpSpPr>
        <p:grpSpPr>
          <a:xfrm>
            <a:off x="3632200" y="4889500"/>
            <a:ext cx="4876800" cy="319088"/>
            <a:chOff x="2288" y="3080"/>
            <a:chExt cx="3072" cy="201"/>
          </a:xfrm>
        </p:grpSpPr>
        <p:sp>
          <p:nvSpPr>
            <p:cNvPr id="13318" name="圆角矩形 13317"/>
            <p:cNvSpPr/>
            <p:nvPr/>
          </p:nvSpPr>
          <p:spPr>
            <a:xfrm flipH="1">
              <a:off x="2288" y="3080"/>
              <a:ext cx="2914" cy="200"/>
            </a:xfrm>
            <a:prstGeom prst="roundRect">
              <a:avLst>
                <a:gd name="adj" fmla="val 0"/>
              </a:avLst>
            </a:prstGeom>
            <a:solidFill>
              <a:schemeClr val="hlink"/>
            </a:solidFill>
            <a:ln w="9525">
              <a:noFill/>
            </a:ln>
          </p:spPr>
          <p:txBody>
            <a:bodyPr/>
            <a:p>
              <a:endParaRPr lang="zh-CN" altLang="en-US"/>
            </a:p>
          </p:txBody>
        </p:sp>
        <p:sp>
          <p:nvSpPr>
            <p:cNvPr id="13319" name="流程图: 延期 13318"/>
            <p:cNvSpPr/>
            <p:nvPr/>
          </p:nvSpPr>
          <p:spPr>
            <a:xfrm>
              <a:off x="5196" y="3080"/>
              <a:ext cx="164" cy="201"/>
            </a:xfrm>
            <a:prstGeom prst="flowChartDelay">
              <a:avLst/>
            </a:prstGeom>
            <a:solidFill>
              <a:schemeClr val="hlink"/>
            </a:solidFill>
            <a:ln w="9525">
              <a:noFill/>
            </a:ln>
          </p:spPr>
          <p:txBody>
            <a:bodyPr/>
            <a:p>
              <a:endParaRPr lang="zh-CN" altLang="en-US"/>
            </a:p>
          </p:txBody>
        </p:sp>
      </p:grpSp>
      <p:sp>
        <p:nvSpPr>
          <p:cNvPr id="13320" name="副标题 13319"/>
          <p:cNvSpPr>
            <a:spLocks noGrp="1"/>
          </p:cNvSpPr>
          <p:nvPr>
            <p:ph type="subTitle" idx="1"/>
          </p:nvPr>
        </p:nvSpPr>
        <p:spPr>
          <a:xfrm>
            <a:off x="4673600" y="2927350"/>
            <a:ext cx="4013200" cy="1822450"/>
          </a:xfrm>
          <a:prstGeom prst="rect">
            <a:avLst/>
          </a:prstGeom>
          <a:noFill/>
          <a:ln w="9525">
            <a:noFill/>
          </a:ln>
        </p:spPr>
        <p:txBody>
          <a:bodyPr anchor="b" anchorCtr="0"/>
          <a:lstStyle>
            <a:lvl1pPr marL="0" lvl="0" indent="0">
              <a:buClr>
                <a:schemeClr val="tx1"/>
              </a:buClr>
              <a:buSzPct val="75000"/>
              <a:buFont typeface="Wingdings" panose="05000000000000000000" pitchFamily="2" charset="2"/>
              <a:buNone/>
              <a:defRPr>
                <a:solidFill>
                  <a:schemeClr val="tx2"/>
                </a:solidFill>
              </a:defRPr>
            </a:lvl1pPr>
            <a:lvl2pPr marL="457200" lvl="1" indent="0" algn="ctr">
              <a:buClr>
                <a:schemeClr val="tx1"/>
              </a:buClr>
              <a:buSzPct val="75000"/>
              <a:buFontTx/>
              <a:buNone/>
              <a:defRPr>
                <a:solidFill>
                  <a:schemeClr val="tx2"/>
                </a:solidFill>
              </a:defRPr>
            </a:lvl2pPr>
            <a:lvl3pPr marL="914400" lvl="2" indent="0" algn="ctr">
              <a:buClr>
                <a:schemeClr val="tx1"/>
              </a:buClr>
              <a:buSzPct val="75000"/>
              <a:buFont typeface="Wingdings" panose="05000000000000000000" pitchFamily="2" charset="2"/>
              <a:buNone/>
              <a:defRPr>
                <a:solidFill>
                  <a:schemeClr val="tx2"/>
                </a:solidFill>
              </a:defRPr>
            </a:lvl3pPr>
            <a:lvl4pPr marL="1371600" lvl="3" indent="0" algn="ctr">
              <a:buClr>
                <a:schemeClr val="tx1"/>
              </a:buClr>
              <a:buSzPct val="80000"/>
              <a:buFontTx/>
              <a:buNone/>
              <a:defRPr>
                <a:solidFill>
                  <a:schemeClr val="tx2"/>
                </a:solidFill>
              </a:defRPr>
            </a:lvl4pPr>
            <a:lvl5pPr marL="1828800" lvl="4" indent="0" algn="ctr">
              <a:buClr>
                <a:schemeClr val="tx1"/>
              </a:buClr>
              <a:buSzPct val="65000"/>
              <a:buFont typeface="Wingdings" panose="05000000000000000000" pitchFamily="2" charset="2"/>
              <a:buNone/>
              <a:defRPr>
                <a:solidFill>
                  <a:schemeClr val="tx2"/>
                </a:solidFill>
              </a:defRPr>
            </a:lvl5pPr>
          </a:lstStyle>
          <a:p>
            <a:pPr lvl="0"/>
            <a:r>
              <a:rPr lang="en-US" altLang="zh-CN" dirty="0"/>
              <a:t>Click to edit Master subtitle style</a:t>
            </a:r>
            <a:endParaRPr lang="en-US" altLang="zh-CN" dirty="0"/>
          </a:p>
        </p:txBody>
      </p:sp>
      <p:sp>
        <p:nvSpPr>
          <p:cNvPr id="13321" name="日期占位符 13320"/>
          <p:cNvSpPr>
            <a:spLocks noGrp="1"/>
          </p:cNvSpPr>
          <p:nvPr>
            <p:ph type="dt" sz="quarter" idx="2"/>
          </p:nvPr>
        </p:nvSpPr>
        <p:spPr>
          <a:xfrm>
            <a:off x="2438400" y="6248400"/>
            <a:ext cx="2130425" cy="474663"/>
          </a:xfrm>
          <a:prstGeom prst="rect">
            <a:avLst/>
          </a:prstGeom>
          <a:noFill/>
          <a:ln w="9525">
            <a:noFill/>
          </a:ln>
        </p:spPr>
        <p:txBody>
          <a:bodyPr anchor="b" anchorCtr="0"/>
          <a:lstStyle>
            <a:lvl1pPr algn="r">
              <a:defRPr sz="1400">
                <a:solidFill>
                  <a:schemeClr val="bg1"/>
                </a:solidFill>
              </a:defRPr>
            </a:lvl1pPr>
          </a:lstStyle>
          <a:p>
            <a:endParaRPr lang="en-US"/>
          </a:p>
        </p:txBody>
      </p:sp>
      <p:sp>
        <p:nvSpPr>
          <p:cNvPr id="13322" name="页脚占位符 13321"/>
          <p:cNvSpPr>
            <a:spLocks noGrp="1"/>
          </p:cNvSpPr>
          <p:nvPr>
            <p:ph type="ftr" sz="quarter" idx="3"/>
          </p:nvPr>
        </p:nvSpPr>
        <p:spPr>
          <a:xfrm>
            <a:off x="5791200" y="6248400"/>
            <a:ext cx="2897188" cy="474663"/>
          </a:xfrm>
          <a:prstGeom prst="rect">
            <a:avLst/>
          </a:prstGeom>
          <a:noFill/>
          <a:ln w="9525">
            <a:noFill/>
          </a:ln>
        </p:spPr>
        <p:txBody>
          <a:bodyPr anchor="b" anchorCtr="0"/>
          <a:lstStyle>
            <a:lvl1pPr algn="r">
              <a:defRPr sz="1400"/>
            </a:lvl1pPr>
          </a:lstStyle>
          <a:p>
            <a:endParaRPr lang="en-US"/>
          </a:p>
        </p:txBody>
      </p:sp>
      <p:sp>
        <p:nvSpPr>
          <p:cNvPr id="13323" name="灯片编号占位符 13322"/>
          <p:cNvSpPr>
            <a:spLocks noGrp="1"/>
          </p:cNvSpPr>
          <p:nvPr>
            <p:ph type="sldNum" sz="quarter" idx="4"/>
          </p:nvPr>
        </p:nvSpPr>
        <p:spPr>
          <a:xfrm>
            <a:off x="76200" y="6248400"/>
            <a:ext cx="587375" cy="488950"/>
          </a:xfrm>
          <a:prstGeom prst="rect">
            <a:avLst/>
          </a:prstGeom>
          <a:noFill/>
          <a:ln w="9525">
            <a:noFill/>
          </a:ln>
        </p:spPr>
        <p:txBody>
          <a:bodyPr anchor="b" anchorCtr="0"/>
          <a:lstStyle>
            <a:lvl1pPr>
              <a:defRPr sz="2600" b="1">
                <a:solidFill>
                  <a:schemeClr val="bg1"/>
                </a:solidFill>
              </a:defRPr>
            </a:lvl1pPr>
          </a:lstStyle>
          <a:p>
            <a:fld id="{9A0DB2DC-4C9A-4742-B13C-FB6460FD3503}" type="slidenum">
              <a:rPr lang="en-US"/>
            </a:fld>
            <a:endParaRPr lang="en-US"/>
          </a:p>
        </p:txBody>
      </p:sp>
      <p:sp>
        <p:nvSpPr>
          <p:cNvPr id="13324" name="标题 13323"/>
          <p:cNvSpPr>
            <a:spLocks noGrp="1"/>
          </p:cNvSpPr>
          <p:nvPr>
            <p:ph type="ctrTitle" sz="quarter"/>
          </p:nvPr>
        </p:nvSpPr>
        <p:spPr>
          <a:xfrm>
            <a:off x="685800" y="990600"/>
            <a:ext cx="8229600" cy="1905000"/>
          </a:xfrm>
          <a:prstGeom prst="roundRect">
            <a:avLst>
              <a:gd name="adj" fmla="val 50000"/>
            </a:avLst>
          </a:prstGeom>
          <a:noFill/>
          <a:ln w="9525">
            <a:noFill/>
          </a:ln>
        </p:spPr>
        <p:txBody>
          <a:bodyPr anchor="ctr" anchorCtr="0"/>
          <a:lstStyle>
            <a:lvl1pPr lvl="0" algn="ctr">
              <a:buClrTx/>
              <a:buSzTx/>
              <a:buFontTx/>
              <a:defRPr>
                <a:solidFill>
                  <a:schemeClr val="tx1"/>
                </a:solidFill>
              </a:defRPr>
            </a:lvl1pPr>
          </a:lstStyle>
          <a:p>
            <a:pPr lvl="0"/>
            <a:r>
              <a:rPr lang="en-US" altLang="zh-CN" dirty="0"/>
              <a:t>Click to edit Master title style</a:t>
            </a:r>
            <a:endParaRPr lang="en-US" altLang="zh-CN"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en-US"/>
          </a:p>
        </p:txBody>
      </p:sp>
      <p:sp>
        <p:nvSpPr>
          <p:cNvPr id="5" name="页脚占位符 4"/>
          <p:cNvSpPr>
            <a:spLocks noGrp="1"/>
          </p:cNvSpPr>
          <p:nvPr>
            <p:ph type="ftr" sz="quarter" idx="11"/>
          </p:nvPr>
        </p:nvSpPr>
        <p:spPr/>
        <p:txBody>
          <a:bodyPr/>
          <a:lstStyle/>
          <a:p>
            <a:pPr lvl="0"/>
            <a:endParaRPr lang="en-US"/>
          </a:p>
        </p:txBody>
      </p:sp>
      <p:sp>
        <p:nvSpPr>
          <p:cNvPr id="6" name="灯片编号占位符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en-US"/>
          </a:p>
        </p:txBody>
      </p:sp>
      <p:sp>
        <p:nvSpPr>
          <p:cNvPr id="5" name="页脚占位符 4"/>
          <p:cNvSpPr>
            <a:spLocks noGrp="1"/>
          </p:cNvSpPr>
          <p:nvPr>
            <p:ph type="ftr" sz="quarter" idx="11"/>
          </p:nvPr>
        </p:nvSpPr>
        <p:spPr/>
        <p:txBody>
          <a:bodyPr/>
          <a:lstStyle/>
          <a:p>
            <a:pPr lvl="0"/>
            <a:endParaRPr lang="en-US"/>
          </a:p>
        </p:txBody>
      </p:sp>
      <p:sp>
        <p:nvSpPr>
          <p:cNvPr id="6" name="灯片编号占位符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2362200"/>
            <a:ext cx="3769582" cy="37242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761643" y="2362200"/>
            <a:ext cx="3769582" cy="37242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en-US"/>
          </a:p>
        </p:txBody>
      </p:sp>
      <p:sp>
        <p:nvSpPr>
          <p:cNvPr id="6" name="页脚占位符 5"/>
          <p:cNvSpPr>
            <a:spLocks noGrp="1"/>
          </p:cNvSpPr>
          <p:nvPr>
            <p:ph type="ftr" sz="quarter" idx="11"/>
          </p:nvPr>
        </p:nvSpPr>
        <p:spPr/>
        <p:txBody>
          <a:bodyPr/>
          <a:lstStyle/>
          <a:p>
            <a:pPr lvl="0"/>
            <a:endParaRPr lang="en-US"/>
          </a:p>
        </p:txBody>
      </p:sp>
      <p:sp>
        <p:nvSpPr>
          <p:cNvPr id="7" name="灯片编号占位符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en-US"/>
          </a:p>
        </p:txBody>
      </p:sp>
      <p:sp>
        <p:nvSpPr>
          <p:cNvPr id="8" name="页脚占位符 7"/>
          <p:cNvSpPr>
            <a:spLocks noGrp="1"/>
          </p:cNvSpPr>
          <p:nvPr>
            <p:ph type="ftr" sz="quarter" idx="11"/>
          </p:nvPr>
        </p:nvSpPr>
        <p:spPr/>
        <p:txBody>
          <a:bodyPr/>
          <a:lstStyle/>
          <a:p>
            <a:pPr lvl="0"/>
            <a:endParaRPr lang="en-US"/>
          </a:p>
        </p:txBody>
      </p:sp>
      <p:sp>
        <p:nvSpPr>
          <p:cNvPr id="9" name="灯片编号占位符 8"/>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en-US"/>
          </a:p>
        </p:txBody>
      </p:sp>
      <p:sp>
        <p:nvSpPr>
          <p:cNvPr id="4" name="页脚占位符 3"/>
          <p:cNvSpPr>
            <a:spLocks noGrp="1"/>
          </p:cNvSpPr>
          <p:nvPr>
            <p:ph type="ftr" sz="quarter" idx="11"/>
          </p:nvPr>
        </p:nvSpPr>
        <p:spPr/>
        <p:txBody>
          <a:bodyPr/>
          <a:lstStyle/>
          <a:p>
            <a:pPr lvl="0"/>
            <a:endParaRPr lang="en-US"/>
          </a:p>
        </p:txBody>
      </p:sp>
      <p:sp>
        <p:nvSpPr>
          <p:cNvPr id="5" name="灯片编号占位符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en-US"/>
          </a:p>
        </p:txBody>
      </p:sp>
      <p:sp>
        <p:nvSpPr>
          <p:cNvPr id="3" name="页脚占位符 2"/>
          <p:cNvSpPr>
            <a:spLocks noGrp="1"/>
          </p:cNvSpPr>
          <p:nvPr>
            <p:ph type="ftr" sz="quarter" idx="11"/>
          </p:nvPr>
        </p:nvSpPr>
        <p:spPr/>
        <p:txBody>
          <a:bodyPr/>
          <a:lstStyle/>
          <a:p>
            <a:pPr lvl="0"/>
            <a:endParaRPr lang="en-US"/>
          </a:p>
        </p:txBody>
      </p:sp>
      <p:sp>
        <p:nvSpPr>
          <p:cNvPr id="4" name="灯片编号占位符 3"/>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en-US"/>
          </a:p>
        </p:txBody>
      </p:sp>
      <p:sp>
        <p:nvSpPr>
          <p:cNvPr id="6" name="页脚占位符 5"/>
          <p:cNvSpPr>
            <a:spLocks noGrp="1"/>
          </p:cNvSpPr>
          <p:nvPr>
            <p:ph type="ftr" sz="quarter" idx="11"/>
          </p:nvPr>
        </p:nvSpPr>
        <p:spPr/>
        <p:txBody>
          <a:bodyPr/>
          <a:lstStyle/>
          <a:p>
            <a:pPr lvl="0"/>
            <a:endParaRPr lang="en-US"/>
          </a:p>
        </p:txBody>
      </p:sp>
      <p:sp>
        <p:nvSpPr>
          <p:cNvPr id="7" name="灯片编号占位符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en-US"/>
          </a:p>
        </p:txBody>
      </p:sp>
      <p:sp>
        <p:nvSpPr>
          <p:cNvPr id="6" name="页脚占位符 5"/>
          <p:cNvSpPr>
            <a:spLocks noGrp="1"/>
          </p:cNvSpPr>
          <p:nvPr>
            <p:ph type="ftr" sz="quarter" idx="11"/>
          </p:nvPr>
        </p:nvSpPr>
        <p:spPr/>
        <p:txBody>
          <a:bodyPr/>
          <a:lstStyle/>
          <a:p>
            <a:pPr lvl="0"/>
            <a:endParaRPr lang="en-US"/>
          </a:p>
        </p:txBody>
      </p:sp>
      <p:sp>
        <p:nvSpPr>
          <p:cNvPr id="7" name="灯片编号占位符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en-US"/>
          </a:p>
        </p:txBody>
      </p:sp>
      <p:sp>
        <p:nvSpPr>
          <p:cNvPr id="5" name="页脚占位符 4"/>
          <p:cNvSpPr>
            <a:spLocks noGrp="1"/>
          </p:cNvSpPr>
          <p:nvPr>
            <p:ph type="ftr" sz="quarter" idx="11"/>
          </p:nvPr>
        </p:nvSpPr>
        <p:spPr/>
        <p:txBody>
          <a:bodyPr/>
          <a:lstStyle/>
          <a:p>
            <a:pPr lvl="0"/>
            <a:endParaRPr lang="en-US"/>
          </a:p>
        </p:txBody>
      </p:sp>
      <p:sp>
        <p:nvSpPr>
          <p:cNvPr id="6" name="灯片编号占位符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5600" y="762000"/>
            <a:ext cx="1981200" cy="53244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762000" y="762000"/>
            <a:ext cx="5828748" cy="53244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en-US"/>
          </a:p>
        </p:txBody>
      </p:sp>
      <p:sp>
        <p:nvSpPr>
          <p:cNvPr id="5" name="页脚占位符 4"/>
          <p:cNvSpPr>
            <a:spLocks noGrp="1"/>
          </p:cNvSpPr>
          <p:nvPr>
            <p:ph type="ftr" sz="quarter" idx="11"/>
          </p:nvPr>
        </p:nvSpPr>
        <p:spPr/>
        <p:txBody>
          <a:bodyPr/>
          <a:lstStyle/>
          <a:p>
            <a:pPr lvl="0"/>
            <a:endParaRPr lang="en-US"/>
          </a:p>
        </p:txBody>
      </p:sp>
      <p:sp>
        <p:nvSpPr>
          <p:cNvPr id="6" name="灯片编号占位符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Media" preserve="1">
  <p:cSld name="标题，文本与媒体剪辑">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媒体占位符 3"/>
          <p:cNvSpPr>
            <a:spLocks noGrp="1"/>
          </p:cNvSpPr>
          <p:nvPr>
            <p:ph type="media" sz="half" idx="2"/>
          </p:nvPr>
        </p:nvSpPr>
        <p:spPr>
          <a:xfrm>
            <a:off x="4629150" y="1825625"/>
            <a:ext cx="3886200" cy="4351338"/>
          </a:xfrm>
        </p:spPr>
        <p:txBody>
          <a:bodyPr/>
          <a:lstStyle/>
          <a:p>
            <a:endParaRPr lang="zh-CN" altLang="en-US"/>
          </a:p>
        </p:txBody>
      </p:sp>
      <p:sp>
        <p:nvSpPr>
          <p:cNvPr id="5" name="日期占位符 4"/>
          <p:cNvSpPr>
            <a:spLocks noGrp="1"/>
          </p:cNvSpPr>
          <p:nvPr>
            <p:ph type="dt" sz="half" idx="10"/>
          </p:nvPr>
        </p:nvSpPr>
        <p:spPr/>
        <p:txBody>
          <a:bodyPr/>
          <a:lstStyle/>
          <a:p>
            <a:pPr lvl="0"/>
            <a:endParaRPr lang="en-US"/>
          </a:p>
        </p:txBody>
      </p:sp>
      <p:sp>
        <p:nvSpPr>
          <p:cNvPr id="6" name="页脚占位符 5"/>
          <p:cNvSpPr>
            <a:spLocks noGrp="1"/>
          </p:cNvSpPr>
          <p:nvPr>
            <p:ph type="ftr" sz="quarter" idx="11"/>
          </p:nvPr>
        </p:nvSpPr>
        <p:spPr/>
        <p:txBody>
          <a:bodyPr/>
          <a:lstStyle/>
          <a:p>
            <a:pPr lvl="0"/>
            <a:endParaRPr lang="en-US"/>
          </a:p>
        </p:txBody>
      </p:sp>
      <p:sp>
        <p:nvSpPr>
          <p:cNvPr id="7" name="灯片编号占位符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2290" name="组合 12289"/>
          <p:cNvGrpSpPr/>
          <p:nvPr/>
        </p:nvGrpSpPr>
        <p:grpSpPr>
          <a:xfrm>
            <a:off x="0" y="0"/>
            <a:ext cx="7620000" cy="6858000"/>
            <a:chOff x="0" y="0"/>
            <a:chExt cx="4800" cy="4320"/>
          </a:xfrm>
        </p:grpSpPr>
        <p:grpSp>
          <p:nvGrpSpPr>
            <p:cNvPr id="12291" name="组合 12290"/>
            <p:cNvGrpSpPr/>
            <p:nvPr userDrawn="1"/>
          </p:nvGrpSpPr>
          <p:grpSpPr>
            <a:xfrm>
              <a:off x="0" y="0"/>
              <a:ext cx="2016" cy="4320"/>
              <a:chOff x="0" y="0"/>
              <a:chExt cx="2016" cy="4320"/>
            </a:xfrm>
          </p:grpSpPr>
          <p:sp>
            <p:nvSpPr>
              <p:cNvPr id="12292" name="矩形 12291"/>
              <p:cNvSpPr/>
              <p:nvPr userDrawn="1"/>
            </p:nvSpPr>
            <p:spPr>
              <a:xfrm>
                <a:off x="0" y="0"/>
                <a:ext cx="480" cy="4320"/>
              </a:xfrm>
              <a:prstGeom prst="rect">
                <a:avLst/>
              </a:prstGeom>
              <a:solidFill>
                <a:schemeClr val="accent2"/>
              </a:solidFill>
              <a:ln w="9525">
                <a:noFill/>
              </a:ln>
            </p:spPr>
            <p:txBody>
              <a:bodyPr/>
              <a:p>
                <a:endParaRPr lang="zh-CN" altLang="en-US"/>
              </a:p>
            </p:txBody>
          </p:sp>
          <p:sp>
            <p:nvSpPr>
              <p:cNvPr id="12293" name="任意多边形 12292"/>
              <p:cNvSpPr/>
              <p:nvPr userDrawn="1"/>
            </p:nvSpPr>
            <p:spPr>
              <a:xfrm>
                <a:off x="288" y="0"/>
                <a:ext cx="1728" cy="735"/>
              </a:xfrm>
              <a:custGeom>
                <a:avLst/>
                <a:gdLst/>
                <a:ahLst/>
                <a:cxnLst/>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alpha val="100000"/>
                </a:schemeClr>
              </a:solidFill>
              <a:ln w="9525">
                <a:noFill/>
              </a:ln>
            </p:spPr>
            <p:txBody>
              <a:bodyPr/>
              <a:p>
                <a:endParaRPr lang="zh-CN" altLang="en-US"/>
              </a:p>
            </p:txBody>
          </p:sp>
        </p:grpSp>
        <p:grpSp>
          <p:nvGrpSpPr>
            <p:cNvPr id="12294" name="组合 12293"/>
            <p:cNvGrpSpPr/>
            <p:nvPr/>
          </p:nvGrpSpPr>
          <p:grpSpPr>
            <a:xfrm>
              <a:off x="144" y="1248"/>
              <a:ext cx="4656" cy="201"/>
              <a:chOff x="144" y="1248"/>
              <a:chExt cx="4656" cy="201"/>
            </a:xfrm>
          </p:grpSpPr>
          <p:sp>
            <p:nvSpPr>
              <p:cNvPr id="12295" name="圆角矩形 12294"/>
              <p:cNvSpPr/>
              <p:nvPr/>
            </p:nvSpPr>
            <p:spPr>
              <a:xfrm>
                <a:off x="384" y="1248"/>
                <a:ext cx="4416" cy="200"/>
              </a:xfrm>
              <a:prstGeom prst="roundRect">
                <a:avLst>
                  <a:gd name="adj" fmla="val 0"/>
                </a:avLst>
              </a:prstGeom>
              <a:solidFill>
                <a:schemeClr val="hlink"/>
              </a:solidFill>
              <a:ln w="9525">
                <a:noFill/>
              </a:ln>
            </p:spPr>
            <p:txBody>
              <a:bodyPr/>
              <a:p>
                <a:endParaRPr lang="zh-CN" altLang="en-US"/>
              </a:p>
            </p:txBody>
          </p:sp>
          <p:sp>
            <p:nvSpPr>
              <p:cNvPr id="12296" name="流程图: 延期 12295"/>
              <p:cNvSpPr/>
              <p:nvPr/>
            </p:nvSpPr>
            <p:spPr>
              <a:xfrm flipH="1">
                <a:off x="144" y="1248"/>
                <a:ext cx="248" cy="201"/>
              </a:xfrm>
              <a:prstGeom prst="flowChartDelay">
                <a:avLst/>
              </a:prstGeom>
              <a:solidFill>
                <a:schemeClr val="hlink"/>
              </a:solidFill>
              <a:ln w="9525">
                <a:noFill/>
              </a:ln>
            </p:spPr>
            <p:txBody>
              <a:bodyPr/>
              <a:p>
                <a:endParaRPr lang="zh-CN" altLang="en-US"/>
              </a:p>
            </p:txBody>
          </p:sp>
        </p:grpSp>
      </p:grpSp>
      <p:sp>
        <p:nvSpPr>
          <p:cNvPr id="12297" name="标题 12296"/>
          <p:cNvSpPr>
            <a:spLocks noGrp="1"/>
          </p:cNvSpPr>
          <p:nvPr>
            <p:ph type="title"/>
          </p:nvPr>
        </p:nvSpPr>
        <p:spPr>
          <a:xfrm>
            <a:off x="762000" y="762000"/>
            <a:ext cx="7924800" cy="1143000"/>
          </a:xfrm>
          <a:prstGeom prst="roundRect">
            <a:avLst>
              <a:gd name="adj" fmla="val 21667"/>
            </a:avLst>
          </a:prstGeom>
          <a:noFill/>
          <a:ln w="9525">
            <a:noFill/>
          </a:ln>
        </p:spPr>
        <p:txBody>
          <a:bodyPr anchor="b" anchorCtr="0"/>
          <a:p>
            <a:pPr lvl="0"/>
            <a:r>
              <a:rPr lang="en-US" altLang="zh-CN" dirty="0"/>
              <a:t>Click to edit Master title style</a:t>
            </a:r>
            <a:endParaRPr lang="en-US" altLang="zh-CN" dirty="0"/>
          </a:p>
        </p:txBody>
      </p:sp>
      <p:sp>
        <p:nvSpPr>
          <p:cNvPr id="12298" name="文本占位符 12297"/>
          <p:cNvSpPr>
            <a:spLocks noGrp="1"/>
          </p:cNvSpPr>
          <p:nvPr>
            <p:ph type="body" idx="1"/>
          </p:nvPr>
        </p:nvSpPr>
        <p:spPr>
          <a:xfrm>
            <a:off x="838200" y="2362200"/>
            <a:ext cx="7693025" cy="3724275"/>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2299" name="日期占位符 12298"/>
          <p:cNvSpPr>
            <a:spLocks noGrp="1"/>
          </p:cNvSpPr>
          <p:nvPr>
            <p:ph type="dt" sz="half" idx="2"/>
          </p:nvPr>
        </p:nvSpPr>
        <p:spPr>
          <a:xfrm>
            <a:off x="2438400" y="6248400"/>
            <a:ext cx="2130425" cy="474663"/>
          </a:xfrm>
          <a:prstGeom prst="rect">
            <a:avLst/>
          </a:prstGeom>
          <a:noFill/>
          <a:ln w="9525">
            <a:noFill/>
          </a:ln>
        </p:spPr>
        <p:txBody>
          <a:bodyPr anchor="b" anchorCtr="0"/>
          <a:lstStyle>
            <a:lvl1pPr algn="r">
              <a:defRPr sz="1400"/>
            </a:lvl1pPr>
          </a:lstStyle>
          <a:p>
            <a:pPr lvl="0"/>
            <a:endParaRPr lang="en-US"/>
          </a:p>
        </p:txBody>
      </p:sp>
      <p:sp>
        <p:nvSpPr>
          <p:cNvPr id="12300" name="页脚占位符 12299"/>
          <p:cNvSpPr>
            <a:spLocks noGrp="1"/>
          </p:cNvSpPr>
          <p:nvPr>
            <p:ph type="ftr" sz="quarter" idx="3"/>
          </p:nvPr>
        </p:nvSpPr>
        <p:spPr>
          <a:xfrm>
            <a:off x="5791200" y="6248400"/>
            <a:ext cx="2897188" cy="474663"/>
          </a:xfrm>
          <a:prstGeom prst="rect">
            <a:avLst/>
          </a:prstGeom>
          <a:noFill/>
          <a:ln w="9525">
            <a:noFill/>
          </a:ln>
        </p:spPr>
        <p:txBody>
          <a:bodyPr anchor="b" anchorCtr="0"/>
          <a:lstStyle>
            <a:lvl1pPr algn="ctr">
              <a:defRPr sz="1400"/>
            </a:lvl1pPr>
          </a:lstStyle>
          <a:p>
            <a:pPr lvl="0"/>
            <a:endParaRPr lang="en-US"/>
          </a:p>
        </p:txBody>
      </p:sp>
      <p:sp>
        <p:nvSpPr>
          <p:cNvPr id="12301" name="灯片编号占位符 12300"/>
          <p:cNvSpPr>
            <a:spLocks noGrp="1"/>
          </p:cNvSpPr>
          <p:nvPr>
            <p:ph type="sldNum" sz="quarter" idx="4"/>
          </p:nvPr>
        </p:nvSpPr>
        <p:spPr>
          <a:xfrm>
            <a:off x="84138" y="6242050"/>
            <a:ext cx="587375" cy="488950"/>
          </a:xfrm>
          <a:prstGeom prst="rect">
            <a:avLst/>
          </a:prstGeom>
          <a:noFill/>
          <a:ln w="9525">
            <a:noFill/>
          </a:ln>
        </p:spPr>
        <p:txBody>
          <a:bodyPr anchor="b" anchorCtr="1"/>
          <a:lstStyle>
            <a:lvl1pPr>
              <a:defRPr sz="2600" b="1">
                <a:solidFill>
                  <a:schemeClr val="bg1"/>
                </a:solidFill>
              </a:defRPr>
            </a:lvl1pPr>
          </a:lstStyle>
          <a:p>
            <a:pPr lvl="0"/>
            <a:fld id="{9A0DB2DC-4C9A-4742-B13C-FB6460FD3503}"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l" defTabSz="914400" rtl="0" eaLnBrk="1" fontAlgn="base" latinLnBrk="0" hangingPunct="1">
        <a:lnSpc>
          <a:spcPct val="90000"/>
        </a:lnSpc>
        <a:spcBef>
          <a:spcPct val="0"/>
        </a:spcBef>
        <a:spcAft>
          <a:spcPct val="0"/>
        </a:spcAft>
        <a:buNone/>
        <a:defRPr sz="3600" b="1"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l"/>
        <a:defRPr sz="28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tx1"/>
        </a:buClr>
        <a:buSzPct val="75000"/>
        <a:buFontTx/>
        <a:buChar char="–"/>
        <a:defRPr sz="24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l"/>
        <a:defRPr sz="20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1"/>
        </a:buClr>
        <a:buSzPct val="80000"/>
        <a:buFontTx/>
        <a:buChar char="–"/>
        <a:defRPr sz="18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Program%20Files/TurningPoint/2003/Questions.html"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Program%20Files/TurningPoint/2003/Questions.html" TargetMode="Externa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Program%20Files/TurningPoint/2003/Questions.html" TargetMode="Externa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Program%20Files/TurningPoint/2003/Questions.html" TargetMode="Externa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Program%20Files/TurningPoint/2003/Questions.html" TargetMode="Externa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hyperlink" Target="../../../../Program%20Files/TurningPoint/2003/Questions.html" TargetMode="Externa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Program%20Files/TurningPoint/2003/Questions.html" TargetMode="External"/><Relationship Id="rId2" Type="http://schemas.openxmlformats.org/officeDocument/2006/relationships/image" Target="../media/image2.wmf"/><Relationship Id="rId1" Type="http://schemas.openxmlformats.org/officeDocument/2006/relationships/image" Target="../media/image1.wmf"/></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Program%20Files/TurningPoint/2003/Questions.html" TargetMode="External"/><Relationship Id="rId2" Type="http://schemas.openxmlformats.org/officeDocument/2006/relationships/image" Target="../media/image4.jpe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Program%20Files/TurningPoint/2003/Questions.html" TargetMode="Externa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Program%20Files/TurningPoint/2003/Questions.html"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Program%20Files/TurningPoint/2003/Questions.html" TargetMode="Externa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Program%20Files/TurningPoint/2003/Questions.html" TargetMode="External"/><Relationship Id="rId2" Type="http://schemas.openxmlformats.org/officeDocument/2006/relationships/image" Target="../media/image5.png"/><Relationship Id="rId1" Type="http://schemas.openxmlformats.org/officeDocument/2006/relationships/audio" Target="../media/audio1.wav"/></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Program%20Files/TurningPoint/2003/Questions.html" TargetMode="External"/><Relationship Id="rId4" Type="http://schemas.openxmlformats.org/officeDocument/2006/relationships/slide" Target="slide17.xml"/><Relationship Id="rId3" Type="http://schemas.openxmlformats.org/officeDocument/2006/relationships/image" Target="../media/image5.png"/><Relationship Id="rId2" Type="http://schemas.openxmlformats.org/officeDocument/2006/relationships/audio" Target="../media/audio2.wav"/><Relationship Id="rId1" Type="http://schemas.openxmlformats.org/officeDocument/2006/relationships/image" Target="../media/image6.GI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Program%20Files/TurningPoint/2003/Questions.html" TargetMode="Externa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Program%20Files/TurningPoint/2003/Questions.html" TargetMode="Externa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hyperlink" Target="../../../../Program%20Files/TurningPoint/2003/Questions.html" TargetMode="External"/><Relationship Id="rId3" Type="http://schemas.openxmlformats.org/officeDocument/2006/relationships/image" Target="../media/image7.png"/><Relationship Id="rId2" Type="http://schemas.microsoft.com/office/2007/relationships/media" Target="file:///C:\College\Spring%2005\GS630\PPT%20Assignment\slide.mpg" TargetMode="External"/><Relationship Id="rId1" Type="http://schemas.openxmlformats.org/officeDocument/2006/relationships/video" Target="file:///C:\College\Spring%2005\GS630\PPT%20Assignment\slide.mpg" TargetMode="Externa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Program%20Files/TurningPoint/2003/Questions.html" TargetMode="External"/><Relationship Id="rId1" Type="http://schemas.openxmlformats.org/officeDocument/2006/relationships/slide" Target="slide1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Program%20Files/TurningPoint/2003/Questions.html" TargetMode="External"/><Relationship Id="rId1" Type="http://schemas.openxmlformats.org/officeDocument/2006/relationships/hyperlink" Target="http://www.campcaleb.com/" TargetMode="Externa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Program%20Files/TurningPoint/2003/Questions.html" TargetMode="External"/><Relationship Id="rId1" Type="http://schemas.openxmlformats.org/officeDocument/2006/relationships/hyperlink" Target="mailto:rnmcke0@uky.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标题 2049"/>
          <p:cNvSpPr>
            <a:spLocks noGrp="1"/>
          </p:cNvSpPr>
          <p:nvPr>
            <p:ph type="ctrTitle"/>
          </p:nvPr>
        </p:nvSpPr>
        <p:spPr>
          <a:ln/>
        </p:spPr>
        <p:txBody>
          <a:bodyPr anchor="ctr" anchorCtr="0"/>
          <a:p>
            <a:pPr defTabSz="914400">
              <a:buSzTx/>
              <a:buFontTx/>
              <a:buNone/>
            </a:pPr>
            <a:r>
              <a:rPr lang="en-US" altLang="zh-CN" kern="1200" baseline="0">
                <a:latin typeface="Arial" panose="020B0604020202020204" pitchFamily="34" charset="0"/>
                <a:ea typeface="Arial" panose="020B0604020202020204" pitchFamily="34" charset="0"/>
              </a:rPr>
              <a:t>How To Use PowerPoint</a:t>
            </a:r>
            <a:br>
              <a:rPr lang="en-US" altLang="zh-CN" kern="1200" baseline="0">
                <a:latin typeface="Arial" panose="020B0604020202020204" pitchFamily="34" charset="0"/>
                <a:ea typeface="Arial" panose="020B0604020202020204" pitchFamily="34" charset="0"/>
              </a:rPr>
            </a:br>
            <a:r>
              <a:rPr lang="en-US" altLang="zh-CN" sz="2400" kern="1200" baseline="0">
                <a:latin typeface="Arial" panose="020B0604020202020204" pitchFamily="34" charset="0"/>
                <a:ea typeface="Arial" panose="020B0604020202020204" pitchFamily="34" charset="0"/>
              </a:rPr>
              <a:t>A Brief Introduction to Commonly Used Features</a:t>
            </a:r>
            <a:endParaRPr lang="en-US" altLang="zh-CN" kern="1200" baseline="0">
              <a:latin typeface="Arial" panose="020B0604020202020204" pitchFamily="34" charset="0"/>
              <a:ea typeface="Arial" panose="020B0604020202020204" pitchFamily="34" charset="0"/>
            </a:endParaRPr>
          </a:p>
        </p:txBody>
      </p:sp>
      <p:sp>
        <p:nvSpPr>
          <p:cNvPr id="2051" name="副标题 2050"/>
          <p:cNvSpPr>
            <a:spLocks noGrp="1"/>
          </p:cNvSpPr>
          <p:nvPr>
            <p:ph type="subTitle" idx="1"/>
          </p:nvPr>
        </p:nvSpPr>
        <p:spPr>
          <a:ln/>
        </p:spPr>
        <p:txBody>
          <a:bodyPr anchor="b" anchorCtr="0"/>
          <a:p>
            <a:pPr defTabSz="914400">
              <a:buSzPct val="75000"/>
            </a:pPr>
            <a:r>
              <a:rPr lang="en-US" altLang="zh-CN" kern="1200" baseline="0">
                <a:latin typeface="Arial" panose="020B0604020202020204" pitchFamily="34" charset="0"/>
                <a:ea typeface="Arial" panose="020B0604020202020204" pitchFamily="34" charset="0"/>
              </a:rPr>
              <a:t>By Ryan McKenzie</a:t>
            </a:r>
            <a:endParaRPr lang="en-US" altLang="zh-CN" kern="1200" baseline="0">
              <a:latin typeface="Arial" panose="020B0604020202020204" pitchFamily="34" charset="0"/>
              <a:ea typeface="Arial" panose="020B0604020202020204" pitchFamily="34" charset="0"/>
            </a:endParaRPr>
          </a:p>
        </p:txBody>
      </p:sp>
      <p:sp>
        <p:nvSpPr>
          <p:cNvPr id="2052"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31745"/>
          <p:cNvSpPr>
            <a:spLocks noGrp="1"/>
          </p:cNvSpPr>
          <p:nvPr>
            <p:ph type="title"/>
          </p:nvPr>
        </p:nvSpPr>
        <p:spPr>
          <a:ln/>
        </p:spPr>
        <p:txBody>
          <a:bodyPr anchor="b" anchorCtr="0"/>
          <a:p>
            <a:r>
              <a:rPr lang="en-US" altLang="zh-CN"/>
              <a:t>Introduction</a:t>
            </a:r>
            <a:endParaRPr lang="en-US" altLang="zh-CN"/>
          </a:p>
        </p:txBody>
      </p:sp>
      <p:sp>
        <p:nvSpPr>
          <p:cNvPr id="31748" name="文本框 31747"/>
          <p:cNvSpPr txBox="1"/>
          <p:nvPr/>
        </p:nvSpPr>
        <p:spPr>
          <a:xfrm>
            <a:off x="990600" y="2438400"/>
            <a:ext cx="6629400" cy="3743325"/>
          </a:xfrm>
          <a:prstGeom prst="rect">
            <a:avLst/>
          </a:prstGeom>
          <a:noFill/>
          <a:ln w="9525">
            <a:noFill/>
          </a:ln>
        </p:spPr>
        <p:txBody>
          <a:bodyPr>
            <a:spAutoFit/>
          </a:bodyPr>
          <a:p>
            <a:pPr>
              <a:spcBef>
                <a:spcPct val="50000"/>
              </a:spcBef>
            </a:pPr>
            <a:r>
              <a:rPr lang="en-US" altLang="zh-CN"/>
              <a:t>	</a:t>
            </a:r>
            <a:r>
              <a:rPr lang="en-US" altLang="zh-CN" sz="2400"/>
              <a:t>PowerPoint is a very commonly used, fairly powerful presentation software from Microsoft. In your academic career (undergrad, graduate, or professional) there is a good chance that you have been or will be exposed to this tool. Furthermore, most of you will need to use it. This slide show is intended not only to be presented as a user guide to PowerPoint, but to be distributed as a way to practice what you learn as you learn it.</a:t>
            </a:r>
            <a:endParaRPr lang="en-US" altLang="zh-CN" sz="2400"/>
          </a:p>
        </p:txBody>
      </p:sp>
      <p:sp>
        <p:nvSpPr>
          <p:cNvPr id="31749"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标题 3073"/>
          <p:cNvSpPr>
            <a:spLocks noGrp="1"/>
          </p:cNvSpPr>
          <p:nvPr>
            <p:ph type="title"/>
          </p:nvPr>
        </p:nvSpPr>
        <p:spPr>
          <a:ln/>
        </p:spPr>
        <p:txBody>
          <a:bodyPr anchor="b" anchorCtr="0"/>
          <a:p>
            <a:r>
              <a:rPr lang="en-US" altLang="zh-CN"/>
              <a:t>What Will be Demonstrated</a:t>
            </a:r>
            <a:endParaRPr lang="en-US" altLang="zh-CN"/>
          </a:p>
        </p:txBody>
      </p:sp>
      <p:sp>
        <p:nvSpPr>
          <p:cNvPr id="3075" name="文本占位符 3074"/>
          <p:cNvSpPr>
            <a:spLocks noGrp="1"/>
          </p:cNvSpPr>
          <p:nvPr>
            <p:ph type="body" idx="1"/>
          </p:nvPr>
        </p:nvSpPr>
        <p:spPr>
          <a:xfrm>
            <a:off x="1219200" y="2362200"/>
            <a:ext cx="8229600" cy="5105400"/>
          </a:xfrm>
          <a:ln/>
        </p:spPr>
        <p:txBody>
          <a:bodyPr/>
          <a:p>
            <a:r>
              <a:rPr lang="en-US" altLang="zh-CN" sz="2000"/>
              <a:t>Adding Slides to a Presentation</a:t>
            </a:r>
            <a:endParaRPr lang="en-US" altLang="zh-CN" sz="2000"/>
          </a:p>
          <a:p>
            <a:r>
              <a:rPr lang="en-US" altLang="zh-CN" sz="2000"/>
              <a:t>Using a Uniform Appearance/Motif</a:t>
            </a:r>
            <a:endParaRPr lang="en-US" altLang="zh-CN" sz="2000"/>
          </a:p>
          <a:p>
            <a:r>
              <a:rPr lang="en-US" altLang="zh-CN" sz="2000"/>
              <a:t>How to Vary Slide Layout and Text (font, size, color)</a:t>
            </a:r>
            <a:endParaRPr lang="en-US" altLang="zh-CN" sz="2000"/>
          </a:p>
          <a:p>
            <a:r>
              <a:rPr lang="en-US" altLang="zh-CN" sz="2000"/>
              <a:t>Using Graphics from ClipArt or a File</a:t>
            </a:r>
            <a:endParaRPr lang="en-US" altLang="zh-CN" sz="2000"/>
          </a:p>
          <a:p>
            <a:r>
              <a:rPr lang="en-US" altLang="zh-CN" sz="2000"/>
              <a:t>Using Animated Text (Timed and Manual)</a:t>
            </a:r>
            <a:endParaRPr lang="en-US" altLang="zh-CN" sz="2000"/>
          </a:p>
          <a:p>
            <a:r>
              <a:rPr lang="en-US" altLang="zh-CN" sz="2000"/>
              <a:t>Applying Slide Transitions</a:t>
            </a:r>
            <a:endParaRPr lang="en-US" altLang="zh-CN" sz="2000"/>
          </a:p>
          <a:p>
            <a:r>
              <a:rPr lang="en-US" altLang="zh-CN" sz="2000"/>
              <a:t>Adding Sound (From a File or the Gallery)</a:t>
            </a:r>
            <a:endParaRPr lang="en-US" altLang="zh-CN" sz="2000"/>
          </a:p>
          <a:p>
            <a:r>
              <a:rPr lang="en-US" altLang="zh-CN" sz="2000"/>
              <a:t>Using AutoShapes</a:t>
            </a:r>
            <a:endParaRPr lang="en-US" altLang="zh-CN" sz="2000"/>
          </a:p>
          <a:p>
            <a:r>
              <a:rPr lang="en-US" altLang="zh-CN" sz="2000"/>
              <a:t>Adding Videos and Animation</a:t>
            </a:r>
            <a:endParaRPr lang="en-US" altLang="zh-CN" sz="2000"/>
          </a:p>
          <a:p>
            <a:r>
              <a:rPr lang="en-US" altLang="zh-CN" sz="2000"/>
              <a:t>Placing Action Buttons for Nonlinear Slide Selection</a:t>
            </a:r>
            <a:endParaRPr lang="en-US" altLang="zh-CN" sz="2000"/>
          </a:p>
          <a:p>
            <a:r>
              <a:rPr lang="en-US" altLang="zh-CN" sz="2000"/>
              <a:t>Linking to Web Content or Email Addresses</a:t>
            </a:r>
            <a:endParaRPr lang="en-US" altLang="zh-CN" sz="2000"/>
          </a:p>
        </p:txBody>
      </p:sp>
      <p:sp>
        <p:nvSpPr>
          <p:cNvPr id="3076"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5361"/>
          <p:cNvSpPr>
            <a:spLocks noGrp="1"/>
          </p:cNvSpPr>
          <p:nvPr>
            <p:ph type="title"/>
          </p:nvPr>
        </p:nvSpPr>
        <p:spPr>
          <a:ln/>
        </p:spPr>
        <p:txBody>
          <a:bodyPr anchor="b" anchorCtr="0"/>
          <a:p>
            <a:r>
              <a:rPr lang="en-US" altLang="zh-CN"/>
              <a:t>Adding/Formatting Slides</a:t>
            </a:r>
            <a:endParaRPr lang="en-US" altLang="zh-CN"/>
          </a:p>
        </p:txBody>
      </p:sp>
      <p:sp>
        <p:nvSpPr>
          <p:cNvPr id="15363" name="文本占位符 15362"/>
          <p:cNvSpPr>
            <a:spLocks noGrp="1"/>
          </p:cNvSpPr>
          <p:nvPr>
            <p:ph type="body" idx="1"/>
          </p:nvPr>
        </p:nvSpPr>
        <p:spPr>
          <a:ln/>
        </p:spPr>
        <p:txBody>
          <a:bodyPr/>
          <a:p>
            <a:r>
              <a:rPr lang="en-US" altLang="zh-CN"/>
              <a:t>Right-Click the Timeline to the left </a:t>
            </a:r>
            <a:r>
              <a:rPr lang="en-US" altLang="zh-CN">
                <a:sym typeface="Wingdings" panose="05000000000000000000" pitchFamily="2" charset="2"/>
              </a:rPr>
              <a:t> and go to “New Slide”</a:t>
            </a:r>
            <a:endParaRPr lang="en-US" altLang="zh-CN">
              <a:sym typeface="Wingdings" panose="05000000000000000000" pitchFamily="2" charset="2"/>
            </a:endParaRPr>
          </a:p>
          <a:p>
            <a:r>
              <a:rPr lang="en-US" altLang="zh-CN">
                <a:sym typeface="Wingdings" panose="05000000000000000000" pitchFamily="2" charset="2"/>
              </a:rPr>
              <a:t>OR go to “Insert” and select “New Slide”</a:t>
            </a:r>
            <a:endParaRPr lang="en-US" altLang="zh-CN">
              <a:sym typeface="Wingdings" panose="05000000000000000000" pitchFamily="2" charset="2"/>
            </a:endParaRPr>
          </a:p>
          <a:p>
            <a:endParaRPr lang="en-US" altLang="zh-CN">
              <a:sym typeface="Wingdings" panose="05000000000000000000" pitchFamily="2" charset="2"/>
            </a:endParaRPr>
          </a:p>
          <a:p>
            <a:endParaRPr lang="en-US" altLang="zh-CN">
              <a:sym typeface="Wingdings" panose="05000000000000000000" pitchFamily="2" charset="2"/>
            </a:endParaRPr>
          </a:p>
          <a:p>
            <a:r>
              <a:rPr lang="en-US" altLang="zh-CN">
                <a:sym typeface="Wingdings" panose="05000000000000000000" pitchFamily="2" charset="2"/>
              </a:rPr>
              <a:t>Open the “Layout” tab to the right  to change the format of a slide</a:t>
            </a:r>
            <a:endParaRPr lang="en-US" altLang="zh-CN">
              <a:sym typeface="Wingdings" panose="05000000000000000000" pitchFamily="2" charset="2"/>
            </a:endParaRPr>
          </a:p>
        </p:txBody>
      </p:sp>
      <p:sp>
        <p:nvSpPr>
          <p:cNvPr id="15364"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标题 4097"/>
          <p:cNvSpPr>
            <a:spLocks noGrp="1"/>
          </p:cNvSpPr>
          <p:nvPr>
            <p:ph type="title"/>
          </p:nvPr>
        </p:nvSpPr>
        <p:spPr>
          <a:ln/>
        </p:spPr>
        <p:txBody>
          <a:bodyPr anchor="b" anchorCtr="0"/>
          <a:p>
            <a:r>
              <a:rPr lang="en-US" altLang="zh-CN"/>
              <a:t>Appearance/Motif</a:t>
            </a:r>
            <a:endParaRPr lang="en-US" altLang="zh-CN"/>
          </a:p>
        </p:txBody>
      </p:sp>
      <p:sp>
        <p:nvSpPr>
          <p:cNvPr id="4099" name="文本占位符 4098"/>
          <p:cNvSpPr>
            <a:spLocks noGrp="1"/>
          </p:cNvSpPr>
          <p:nvPr>
            <p:ph type="body" idx="1"/>
          </p:nvPr>
        </p:nvSpPr>
        <p:spPr>
          <a:ln/>
        </p:spPr>
        <p:txBody>
          <a:bodyPr/>
          <a:p>
            <a:r>
              <a:rPr lang="en-US" altLang="zh-CN"/>
              <a:t>You can Apply a Motif by Opening the “Design” tab on the right </a:t>
            </a:r>
            <a:r>
              <a:rPr lang="en-US" altLang="zh-CN">
                <a:sym typeface="Wingdings" panose="05000000000000000000" pitchFamily="2" charset="2"/>
              </a:rPr>
              <a:t></a:t>
            </a:r>
            <a:endParaRPr lang="en-US" altLang="zh-CN">
              <a:sym typeface="Wingdings" panose="05000000000000000000" pitchFamily="2" charset="2"/>
            </a:endParaRPr>
          </a:p>
          <a:p>
            <a:pPr lvl="1"/>
            <a:r>
              <a:rPr lang="en-US" altLang="zh-CN"/>
              <a:t>Then Click on the Desired Motif to apply it to all slides</a:t>
            </a:r>
            <a:endParaRPr lang="en-US" altLang="zh-CN"/>
          </a:p>
          <a:p>
            <a:pPr lvl="1"/>
            <a:r>
              <a:rPr lang="en-US" altLang="zh-CN"/>
              <a:t>Click on the small drop down if you wish to apply the motif to only the current slide</a:t>
            </a:r>
            <a:endParaRPr lang="en-US" altLang="zh-CN"/>
          </a:p>
          <a:p>
            <a:pPr lvl="1"/>
            <a:endParaRPr lang="en-US" altLang="zh-CN"/>
          </a:p>
        </p:txBody>
      </p:sp>
      <p:sp>
        <p:nvSpPr>
          <p:cNvPr id="4100"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8" name="标题 16387"/>
          <p:cNvSpPr>
            <a:spLocks noGrp="1"/>
          </p:cNvSpPr>
          <p:nvPr>
            <p:ph type="title"/>
          </p:nvPr>
        </p:nvSpPr>
        <p:spPr>
          <a:ln/>
        </p:spPr>
        <p:txBody>
          <a:bodyPr anchor="b" anchorCtr="0"/>
          <a:p>
            <a:r>
              <a:rPr lang="en-US" altLang="zh-CN"/>
              <a:t>Variation in Layout and Text</a:t>
            </a:r>
            <a:endParaRPr lang="en-US" altLang="zh-CN"/>
          </a:p>
        </p:txBody>
      </p:sp>
      <p:sp>
        <p:nvSpPr>
          <p:cNvPr id="16389" name="文本占位符 16388"/>
          <p:cNvSpPr>
            <a:spLocks noGrp="1"/>
          </p:cNvSpPr>
          <p:nvPr>
            <p:ph type="body" sz="half" idx="1"/>
          </p:nvPr>
        </p:nvSpPr>
        <p:spPr>
          <a:xfrm>
            <a:off x="838200" y="2362200"/>
            <a:ext cx="3770313" cy="3724275"/>
          </a:xfrm>
          <a:ln/>
        </p:spPr>
        <p:txBody>
          <a:bodyPr/>
          <a:p>
            <a:pPr>
              <a:buClr>
                <a:schemeClr val="tx1"/>
              </a:buClr>
              <a:buSzPct val="75000"/>
              <a:buFont typeface="Wingdings" panose="05000000000000000000" pitchFamily="2" charset="2"/>
            </a:pPr>
            <a:r>
              <a:rPr lang="en-US" altLang="zh-CN" sz="2400"/>
              <a:t>To Select a New Slide Layout, Open the “Layout” Tab to the right </a:t>
            </a:r>
            <a:r>
              <a:rPr lang="en-US" altLang="zh-CN" sz="2400">
                <a:sym typeface="Wingdings" panose="05000000000000000000" pitchFamily="2" charset="2"/>
              </a:rPr>
              <a:t></a:t>
            </a:r>
            <a:endParaRPr lang="en-US" altLang="zh-CN" sz="2400">
              <a:sym typeface="Wingdings" panose="05000000000000000000" pitchFamily="2" charset="2"/>
            </a:endParaRPr>
          </a:p>
          <a:p>
            <a:pPr>
              <a:buClr>
                <a:schemeClr val="tx1"/>
              </a:buClr>
              <a:buSzPct val="75000"/>
              <a:buFont typeface="Wingdings" panose="05000000000000000000" pitchFamily="2" charset="2"/>
            </a:pPr>
            <a:endParaRPr lang="en-US" altLang="zh-CN" sz="2400">
              <a:sym typeface="Wingdings" panose="05000000000000000000" pitchFamily="2" charset="2"/>
            </a:endParaRPr>
          </a:p>
          <a:p>
            <a:pPr>
              <a:buClr>
                <a:schemeClr val="tx1"/>
              </a:buClr>
              <a:buSzPct val="75000"/>
              <a:buFont typeface="Wingdings" panose="05000000000000000000" pitchFamily="2" charset="2"/>
            </a:pPr>
            <a:endParaRPr lang="en-US" altLang="zh-CN" sz="2400">
              <a:sym typeface="Wingdings" panose="05000000000000000000" pitchFamily="2" charset="2"/>
            </a:endParaRPr>
          </a:p>
          <a:p>
            <a:pPr>
              <a:buClr>
                <a:schemeClr val="tx1"/>
              </a:buClr>
              <a:buSzPct val="75000"/>
              <a:buFont typeface="Wingdings" panose="05000000000000000000" pitchFamily="2" charset="2"/>
            </a:pPr>
            <a:r>
              <a:rPr lang="en-US" altLang="zh-CN" sz="2400">
                <a:sym typeface="Wingdings" panose="05000000000000000000" pitchFamily="2" charset="2"/>
              </a:rPr>
              <a:t>You can Use the Font </a:t>
            </a:r>
            <a:r>
              <a:rPr lang="en-US" altLang="zh-CN" sz="2400">
                <a:solidFill>
                  <a:srgbClr val="FF3300"/>
                </a:solidFill>
                <a:sym typeface="Wingdings" panose="05000000000000000000" pitchFamily="2" charset="2"/>
              </a:rPr>
              <a:t>Color </a:t>
            </a:r>
            <a:r>
              <a:rPr lang="en-US" altLang="zh-CN" sz="2400">
                <a:sym typeface="Wingdings" panose="05000000000000000000" pitchFamily="2" charset="2"/>
              </a:rPr>
              <a:t>drop down menu to change the text color </a:t>
            </a:r>
            <a:endParaRPr lang="en-US" altLang="zh-CN" sz="2400"/>
          </a:p>
        </p:txBody>
      </p:sp>
      <p:sp>
        <p:nvSpPr>
          <p:cNvPr id="16390" name="文本占位符 16389"/>
          <p:cNvSpPr>
            <a:spLocks noGrp="1"/>
          </p:cNvSpPr>
          <p:nvPr>
            <p:ph type="body" sz="half" idx="2"/>
          </p:nvPr>
        </p:nvSpPr>
        <p:spPr>
          <a:xfrm>
            <a:off x="4760913" y="2362200"/>
            <a:ext cx="3770312" cy="3724275"/>
          </a:xfrm>
          <a:ln/>
        </p:spPr>
        <p:txBody>
          <a:bodyPr/>
          <a:p>
            <a:pPr>
              <a:buClr>
                <a:schemeClr val="tx1"/>
              </a:buClr>
              <a:buSzPct val="75000"/>
              <a:buFont typeface="Wingdings" panose="05000000000000000000" pitchFamily="2" charset="2"/>
            </a:pPr>
            <a:endParaRPr lang="en-US" altLang="zh-CN" sz="2400"/>
          </a:p>
          <a:p>
            <a:pPr>
              <a:buClr>
                <a:schemeClr val="tx1"/>
              </a:buClr>
              <a:buSzPct val="75000"/>
              <a:buFont typeface="Wingdings" panose="05000000000000000000" pitchFamily="2" charset="2"/>
            </a:pPr>
            <a:endParaRPr lang="en-US" altLang="zh-CN" sz="2400"/>
          </a:p>
          <a:p>
            <a:pPr>
              <a:buClr>
                <a:schemeClr val="tx1"/>
              </a:buClr>
              <a:buSzPct val="75000"/>
              <a:buFont typeface="Wingdings" panose="05000000000000000000" pitchFamily="2" charset="2"/>
            </a:pPr>
            <a:r>
              <a:rPr lang="en-US" altLang="zh-CN" sz="2400"/>
              <a:t>Use the Drop Down </a:t>
            </a:r>
            <a:r>
              <a:rPr lang="en-US" altLang="zh-CN" sz="2400">
                <a:latin typeface="BankGothic Lt BT" pitchFamily="34" charset="0"/>
              </a:rPr>
              <a:t>Font</a:t>
            </a:r>
            <a:r>
              <a:rPr lang="en-US" altLang="zh-CN" sz="2400"/>
              <a:t> and </a:t>
            </a:r>
            <a:r>
              <a:rPr lang="en-US" altLang="zh-CN" sz="4000"/>
              <a:t>Size</a:t>
            </a:r>
            <a:r>
              <a:rPr lang="en-US" altLang="zh-CN" sz="2400"/>
              <a:t> menus above to vary the text</a:t>
            </a:r>
            <a:endParaRPr lang="en-US" altLang="zh-CN" sz="2400"/>
          </a:p>
        </p:txBody>
      </p:sp>
      <p:sp>
        <p:nvSpPr>
          <p:cNvPr id="16391"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8433"/>
          <p:cNvSpPr>
            <a:spLocks noGrp="1"/>
          </p:cNvSpPr>
          <p:nvPr>
            <p:ph type="title"/>
          </p:nvPr>
        </p:nvSpPr>
        <p:spPr>
          <a:ln/>
        </p:spPr>
        <p:txBody>
          <a:bodyPr anchor="b" anchorCtr="0"/>
          <a:p>
            <a:r>
              <a:rPr lang="en-US" altLang="zh-CN"/>
              <a:t>Clip Art Graphics</a:t>
            </a:r>
            <a:endParaRPr lang="en-US" altLang="zh-CN"/>
          </a:p>
        </p:txBody>
      </p:sp>
      <p:sp>
        <p:nvSpPr>
          <p:cNvPr id="18435" name="文本占位符 18434"/>
          <p:cNvSpPr>
            <a:spLocks noGrp="1"/>
          </p:cNvSpPr>
          <p:nvPr>
            <p:ph type="body" idx="1"/>
          </p:nvPr>
        </p:nvSpPr>
        <p:spPr>
          <a:xfrm>
            <a:off x="838200" y="2362200"/>
            <a:ext cx="7693025" cy="2286000"/>
          </a:xfrm>
          <a:ln/>
        </p:spPr>
        <p:txBody>
          <a:bodyPr/>
          <a:p>
            <a:pPr>
              <a:lnSpc>
                <a:spcPct val="90000"/>
              </a:lnSpc>
            </a:pPr>
            <a:r>
              <a:rPr lang="en-US" altLang="zh-CN"/>
              <a:t>To Insert ClipArt, go to “Insert” and put your mouse on “Picture”</a:t>
            </a:r>
            <a:endParaRPr lang="en-US" altLang="zh-CN"/>
          </a:p>
          <a:p>
            <a:pPr>
              <a:lnSpc>
                <a:spcPct val="90000"/>
              </a:lnSpc>
            </a:pPr>
            <a:r>
              <a:rPr lang="en-US" altLang="zh-CN"/>
              <a:t>Another Menu will Open, select ClipArt</a:t>
            </a:r>
            <a:endParaRPr lang="en-US" altLang="zh-CN"/>
          </a:p>
          <a:p>
            <a:pPr>
              <a:lnSpc>
                <a:spcPct val="90000"/>
              </a:lnSpc>
            </a:pPr>
            <a:r>
              <a:rPr lang="en-US" altLang="zh-CN"/>
              <a:t>Once you Select your Image, You must Position and Resize it with the Mouse</a:t>
            </a:r>
            <a:endParaRPr lang="en-US" altLang="zh-CN"/>
          </a:p>
          <a:p>
            <a:pPr>
              <a:lnSpc>
                <a:spcPct val="90000"/>
              </a:lnSpc>
            </a:pPr>
            <a:endParaRPr lang="en-US" altLang="zh-CN"/>
          </a:p>
        </p:txBody>
      </p:sp>
      <p:pic>
        <p:nvPicPr>
          <p:cNvPr id="18436" name="图片 18435" descr="j0195384"/>
          <p:cNvPicPr>
            <a:picLocks noChangeAspect="1"/>
          </p:cNvPicPr>
          <p:nvPr/>
        </p:nvPicPr>
        <p:blipFill>
          <a:blip r:embed="rId1"/>
          <a:stretch>
            <a:fillRect/>
          </a:stretch>
        </p:blipFill>
        <p:spPr>
          <a:xfrm>
            <a:off x="1676400" y="4572000"/>
            <a:ext cx="1795463" cy="1833563"/>
          </a:xfrm>
          <a:prstGeom prst="rect">
            <a:avLst/>
          </a:prstGeom>
          <a:noFill/>
          <a:ln w="9525">
            <a:noFill/>
          </a:ln>
        </p:spPr>
      </p:pic>
      <p:pic>
        <p:nvPicPr>
          <p:cNvPr id="18437" name="图片 18436" descr="j0292020"/>
          <p:cNvPicPr>
            <a:picLocks noChangeAspect="1"/>
          </p:cNvPicPr>
          <p:nvPr/>
        </p:nvPicPr>
        <p:blipFill>
          <a:blip r:embed="rId2"/>
          <a:stretch>
            <a:fillRect/>
          </a:stretch>
        </p:blipFill>
        <p:spPr>
          <a:xfrm>
            <a:off x="5791200" y="4648200"/>
            <a:ext cx="1868488" cy="1773238"/>
          </a:xfrm>
          <a:prstGeom prst="rect">
            <a:avLst/>
          </a:prstGeom>
          <a:noFill/>
          <a:ln w="9525">
            <a:noFill/>
          </a:ln>
        </p:spPr>
      </p:pic>
      <p:sp>
        <p:nvSpPr>
          <p:cNvPr id="18438" name="FlagCount" hidden="1">
            <a:hlinkClick r:id="rId3"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9457"/>
          <p:cNvSpPr>
            <a:spLocks noGrp="1"/>
          </p:cNvSpPr>
          <p:nvPr>
            <p:ph type="title"/>
          </p:nvPr>
        </p:nvSpPr>
        <p:spPr>
          <a:ln/>
        </p:spPr>
        <p:txBody>
          <a:bodyPr anchor="b" anchorCtr="0"/>
          <a:p>
            <a:r>
              <a:rPr lang="en-US" altLang="zh-CN"/>
              <a:t>File Graphics</a:t>
            </a:r>
            <a:endParaRPr lang="en-US" altLang="zh-CN"/>
          </a:p>
        </p:txBody>
      </p:sp>
      <p:sp>
        <p:nvSpPr>
          <p:cNvPr id="19459" name="文本占位符 19458"/>
          <p:cNvSpPr>
            <a:spLocks noGrp="1"/>
          </p:cNvSpPr>
          <p:nvPr>
            <p:ph type="body" idx="1"/>
          </p:nvPr>
        </p:nvSpPr>
        <p:spPr>
          <a:xfrm>
            <a:off x="838200" y="2362200"/>
            <a:ext cx="7693025" cy="2362200"/>
          </a:xfrm>
          <a:ln/>
        </p:spPr>
        <p:txBody>
          <a:bodyPr/>
          <a:p>
            <a:pPr>
              <a:lnSpc>
                <a:spcPct val="90000"/>
              </a:lnSpc>
            </a:pPr>
            <a:r>
              <a:rPr lang="en-US" altLang="zh-CN"/>
              <a:t>To Insert a File Image, go to “Insert” and put your mouse on “Picture”</a:t>
            </a:r>
            <a:endParaRPr lang="en-US" altLang="zh-CN"/>
          </a:p>
          <a:p>
            <a:pPr>
              <a:lnSpc>
                <a:spcPct val="90000"/>
              </a:lnSpc>
            </a:pPr>
            <a:r>
              <a:rPr lang="en-US" altLang="zh-CN"/>
              <a:t>Another Menu will Open, select “From File”</a:t>
            </a:r>
            <a:endParaRPr lang="en-US" altLang="zh-CN"/>
          </a:p>
          <a:p>
            <a:pPr>
              <a:lnSpc>
                <a:spcPct val="90000"/>
              </a:lnSpc>
            </a:pPr>
            <a:r>
              <a:rPr lang="en-US" altLang="zh-CN"/>
              <a:t>Once you Select your Image, You must Position and Resize it with the Mouse</a:t>
            </a:r>
            <a:endParaRPr lang="en-US" altLang="zh-CN"/>
          </a:p>
          <a:p>
            <a:pPr>
              <a:lnSpc>
                <a:spcPct val="90000"/>
              </a:lnSpc>
              <a:buNone/>
            </a:pPr>
            <a:endParaRPr lang="en-US" altLang="zh-CN"/>
          </a:p>
        </p:txBody>
      </p:sp>
      <p:pic>
        <p:nvPicPr>
          <p:cNvPr id="19460" name="图片 19459" descr="staff03"/>
          <p:cNvPicPr>
            <a:picLocks noChangeAspect="1"/>
          </p:cNvPicPr>
          <p:nvPr/>
        </p:nvPicPr>
        <p:blipFill>
          <a:blip r:embed="rId1"/>
          <a:stretch>
            <a:fillRect/>
          </a:stretch>
        </p:blipFill>
        <p:spPr>
          <a:xfrm>
            <a:off x="5943600" y="4572000"/>
            <a:ext cx="2209800" cy="1989138"/>
          </a:xfrm>
          <a:prstGeom prst="rect">
            <a:avLst/>
          </a:prstGeom>
          <a:noFill/>
          <a:ln w="9525">
            <a:noFill/>
          </a:ln>
        </p:spPr>
      </p:pic>
      <p:pic>
        <p:nvPicPr>
          <p:cNvPr id="19461" name="图片 19460" descr="blob"/>
          <p:cNvPicPr>
            <a:picLocks noChangeAspect="1"/>
          </p:cNvPicPr>
          <p:nvPr/>
        </p:nvPicPr>
        <p:blipFill>
          <a:blip r:embed="rId2"/>
          <a:stretch>
            <a:fillRect/>
          </a:stretch>
        </p:blipFill>
        <p:spPr>
          <a:xfrm>
            <a:off x="1295400" y="4572000"/>
            <a:ext cx="2895600" cy="1968500"/>
          </a:xfrm>
          <a:prstGeom prst="rect">
            <a:avLst/>
          </a:prstGeom>
          <a:noFill/>
          <a:ln w="9525">
            <a:noFill/>
          </a:ln>
        </p:spPr>
      </p:pic>
      <p:sp>
        <p:nvSpPr>
          <p:cNvPr id="19462" name="FlagCount" hidden="1">
            <a:hlinkClick r:id="rId3"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20481"/>
          <p:cNvSpPr>
            <a:spLocks noGrp="1"/>
          </p:cNvSpPr>
          <p:nvPr>
            <p:ph type="title"/>
          </p:nvPr>
        </p:nvSpPr>
        <p:spPr>
          <a:ln/>
        </p:spPr>
        <p:txBody>
          <a:bodyPr anchor="b" anchorCtr="0"/>
          <a:p>
            <a:r>
              <a:rPr lang="en-US" altLang="zh-CN"/>
              <a:t>Animated Text (Manual)</a:t>
            </a:r>
            <a:endParaRPr lang="en-US" altLang="zh-CN"/>
          </a:p>
        </p:txBody>
      </p:sp>
      <p:sp>
        <p:nvSpPr>
          <p:cNvPr id="20483" name="文本占位符 20482"/>
          <p:cNvSpPr>
            <a:spLocks noGrp="1"/>
          </p:cNvSpPr>
          <p:nvPr>
            <p:ph type="body" idx="1"/>
          </p:nvPr>
        </p:nvSpPr>
        <p:spPr>
          <a:xfrm>
            <a:off x="838200" y="2362200"/>
            <a:ext cx="7924800" cy="3724275"/>
          </a:xfrm>
          <a:ln/>
        </p:spPr>
        <p:txBody>
          <a:bodyPr/>
          <a:p>
            <a:pPr>
              <a:lnSpc>
                <a:spcPct val="80000"/>
              </a:lnSpc>
            </a:pPr>
            <a:r>
              <a:rPr lang="en-US" altLang="zh-CN" sz="2400"/>
              <a:t>1) Set Up your Slide the Way You Want</a:t>
            </a:r>
            <a:endParaRPr lang="en-US" altLang="zh-CN" sz="2400"/>
          </a:p>
          <a:p>
            <a:pPr>
              <a:lnSpc>
                <a:spcPct val="80000"/>
              </a:lnSpc>
            </a:pPr>
            <a:r>
              <a:rPr lang="en-US" altLang="zh-CN" sz="2400"/>
              <a:t>2) Go to “Slide Show” </a:t>
            </a:r>
            <a:endParaRPr lang="en-US" altLang="zh-CN" sz="2400"/>
          </a:p>
          <a:p>
            <a:pPr lvl="1">
              <a:lnSpc>
                <a:spcPct val="80000"/>
              </a:lnSpc>
            </a:pPr>
            <a:r>
              <a:rPr lang="en-US" altLang="zh-CN" sz="2000"/>
              <a:t>and select “Custom Animation”</a:t>
            </a:r>
            <a:endParaRPr lang="en-US" altLang="zh-CN" sz="2000"/>
          </a:p>
          <a:p>
            <a:pPr>
              <a:lnSpc>
                <a:spcPct val="80000"/>
              </a:lnSpc>
            </a:pPr>
            <a:r>
              <a:rPr lang="en-US" altLang="zh-CN" sz="2400"/>
              <a:t>3) Highlight The Section You Wish To Animate</a:t>
            </a:r>
            <a:endParaRPr lang="en-US" altLang="zh-CN" sz="2400"/>
          </a:p>
          <a:p>
            <a:pPr>
              <a:lnSpc>
                <a:spcPct val="80000"/>
              </a:lnSpc>
            </a:pPr>
            <a:r>
              <a:rPr lang="en-US" altLang="zh-CN" sz="2400"/>
              <a:t>4) Click “Add Effect” At the Upper Right </a:t>
            </a:r>
            <a:r>
              <a:rPr lang="en-US" altLang="zh-CN" sz="2400">
                <a:sym typeface="Wingdings" panose="05000000000000000000" pitchFamily="2" charset="2"/>
              </a:rPr>
              <a:t></a:t>
            </a:r>
            <a:endParaRPr lang="en-US" altLang="zh-CN" sz="2400">
              <a:sym typeface="Wingdings" panose="05000000000000000000" pitchFamily="2" charset="2"/>
            </a:endParaRPr>
          </a:p>
          <a:p>
            <a:pPr>
              <a:lnSpc>
                <a:spcPct val="80000"/>
              </a:lnSpc>
            </a:pPr>
            <a:r>
              <a:rPr lang="en-US" altLang="zh-CN" sz="2400">
                <a:sym typeface="Wingdings" panose="05000000000000000000" pitchFamily="2" charset="2"/>
              </a:rPr>
              <a:t>5) Select and Preview Your Effect</a:t>
            </a:r>
            <a:endParaRPr lang="en-US" altLang="zh-CN" sz="2400">
              <a:sym typeface="Wingdings" panose="05000000000000000000" pitchFamily="2" charset="2"/>
            </a:endParaRPr>
          </a:p>
          <a:p>
            <a:pPr>
              <a:lnSpc>
                <a:spcPct val="80000"/>
              </a:lnSpc>
            </a:pPr>
            <a:r>
              <a:rPr lang="en-US" altLang="zh-CN" sz="2400">
                <a:sym typeface="Wingdings" panose="05000000000000000000" pitchFamily="2" charset="2"/>
              </a:rPr>
              <a:t>6) Highlight Your Effect and Make Sure the “Start” drop down is set to “On Click”</a:t>
            </a:r>
            <a:endParaRPr lang="en-US" altLang="zh-CN" sz="2400">
              <a:sym typeface="Wingdings" panose="05000000000000000000" pitchFamily="2" charset="2"/>
            </a:endParaRPr>
          </a:p>
          <a:p>
            <a:pPr>
              <a:lnSpc>
                <a:spcPct val="80000"/>
              </a:lnSpc>
            </a:pPr>
            <a:r>
              <a:rPr lang="en-US" altLang="zh-CN" sz="2400"/>
              <a:t>7) To Preview Your Slide Click “Play” at the Lower Right</a:t>
            </a:r>
            <a:r>
              <a:rPr lang="en-US" altLang="zh-CN" sz="2400">
                <a:sym typeface="Wingdings" panose="05000000000000000000" pitchFamily="2" charset="2"/>
              </a:rPr>
              <a:t></a:t>
            </a:r>
            <a:endParaRPr lang="en-US" altLang="zh-CN" sz="2400"/>
          </a:p>
          <a:p>
            <a:pPr>
              <a:lnSpc>
                <a:spcPct val="80000"/>
              </a:lnSpc>
            </a:pPr>
            <a:endParaRPr lang="en-US" altLang="zh-CN" sz="2400"/>
          </a:p>
        </p:txBody>
      </p:sp>
      <p:sp>
        <p:nvSpPr>
          <p:cNvPr id="20484"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483">
                                            <p:txEl>
                                              <p:charRg st="0" end="38"/>
                                            </p:txEl>
                                          </p:spTgt>
                                        </p:tgtEl>
                                        <p:attrNameLst>
                                          <p:attrName>style.visibility</p:attrName>
                                        </p:attrNameLst>
                                      </p:cBhvr>
                                      <p:to>
                                        <p:strVal val="visible"/>
                                      </p:to>
                                    </p:set>
                                    <p:anim calcmode="lin" valueType="num">
                                      <p:cBhvr additive="base">
                                        <p:cTn id="7" dur="2000" fill="hold"/>
                                        <p:tgtEl>
                                          <p:spTgt spid="20483">
                                            <p:txEl>
                                              <p:charRg st="0" end="38"/>
                                            </p:txEl>
                                          </p:spTgt>
                                        </p:tgtEl>
                                        <p:attrNameLst>
                                          <p:attrName>ppt_x</p:attrName>
                                        </p:attrNameLst>
                                      </p:cBhvr>
                                      <p:tavLst>
                                        <p:tav tm="0">
                                          <p:val>
                                            <p:strVal val="0-#ppt_w/2"/>
                                          </p:val>
                                        </p:tav>
                                        <p:tav tm="100000">
                                          <p:val>
                                            <p:strVal val="#ppt_x"/>
                                          </p:val>
                                        </p:tav>
                                      </p:tavLst>
                                    </p:anim>
                                    <p:anim calcmode="lin" valueType="num">
                                      <p:cBhvr additive="base">
                                        <p:cTn id="8" dur="2000" fill="hold"/>
                                        <p:tgtEl>
                                          <p:spTgt spid="20483">
                                            <p:txEl>
                                              <p:charRg st="0" end="38"/>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20483">
                                            <p:txEl>
                                              <p:charRg st="38" end="61"/>
                                            </p:txEl>
                                          </p:spTgt>
                                        </p:tgtEl>
                                        <p:attrNameLst>
                                          <p:attrName>style.visibility</p:attrName>
                                        </p:attrNameLst>
                                      </p:cBhvr>
                                      <p:to>
                                        <p:strVal val="visible"/>
                                      </p:to>
                                    </p:set>
                                    <p:animEffect transition="in" filter="box(in)">
                                      <p:cBhvr>
                                        <p:cTn id="13" dur="2000"/>
                                        <p:tgtEl>
                                          <p:spTgt spid="20483">
                                            <p:txEl>
                                              <p:charRg st="38" end="61"/>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0483">
                                            <p:txEl>
                                              <p:charRg st="61" end="91"/>
                                            </p:txEl>
                                          </p:spTgt>
                                        </p:tgtEl>
                                        <p:attrNameLst>
                                          <p:attrName>style.visibility</p:attrName>
                                        </p:attrNameLst>
                                      </p:cBhvr>
                                      <p:to>
                                        <p:strVal val="visible"/>
                                      </p:to>
                                    </p:set>
                                    <p:animEffect transition="in" filter="box(in)">
                                      <p:cBhvr>
                                        <p:cTn id="16" dur="2000"/>
                                        <p:tgtEl>
                                          <p:spTgt spid="20483">
                                            <p:txEl>
                                              <p:charRg st="61" end="9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483">
                                            <p:txEl>
                                              <p:charRg st="91" end="136"/>
                                            </p:txEl>
                                          </p:spTgt>
                                        </p:tgtEl>
                                        <p:attrNameLst>
                                          <p:attrName>style.visibility</p:attrName>
                                        </p:attrNameLst>
                                      </p:cBhvr>
                                      <p:to>
                                        <p:strVal val="visible"/>
                                      </p:to>
                                    </p:set>
                                    <p:anim calcmode="lin" valueType="num">
                                      <p:cBhvr additive="base">
                                        <p:cTn id="21" dur="2000" fill="hold"/>
                                        <p:tgtEl>
                                          <p:spTgt spid="20483">
                                            <p:txEl>
                                              <p:charRg st="91" end="136"/>
                                            </p:txEl>
                                          </p:spTgt>
                                        </p:tgtEl>
                                        <p:attrNameLst>
                                          <p:attrName>ppt_x</p:attrName>
                                        </p:attrNameLst>
                                      </p:cBhvr>
                                      <p:tavLst>
                                        <p:tav tm="0">
                                          <p:val>
                                            <p:strVal val="#ppt_x"/>
                                          </p:val>
                                        </p:tav>
                                        <p:tav tm="100000">
                                          <p:val>
                                            <p:strVal val="#ppt_x"/>
                                          </p:val>
                                        </p:tav>
                                      </p:tavLst>
                                    </p:anim>
                                    <p:anim calcmode="lin" valueType="num">
                                      <p:cBhvr additive="base">
                                        <p:cTn id="22" dur="2000" fill="hold"/>
                                        <p:tgtEl>
                                          <p:spTgt spid="20483">
                                            <p:txEl>
                                              <p:charRg st="91" end="136"/>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nodeType="clickEffect">
                                  <p:stCondLst>
                                    <p:cond delay="0"/>
                                  </p:stCondLst>
                                  <p:childTnLst>
                                    <p:set>
                                      <p:cBhvr>
                                        <p:cTn id="26" dur="1" fill="hold">
                                          <p:stCondLst>
                                            <p:cond delay="0"/>
                                          </p:stCondLst>
                                        </p:cTn>
                                        <p:tgtEl>
                                          <p:spTgt spid="20483">
                                            <p:txEl>
                                              <p:charRg st="136" end="179"/>
                                            </p:txEl>
                                          </p:spTgt>
                                        </p:tgtEl>
                                        <p:attrNameLst>
                                          <p:attrName>style.visibility</p:attrName>
                                        </p:attrNameLst>
                                      </p:cBhvr>
                                      <p:to>
                                        <p:strVal val="visible"/>
                                      </p:to>
                                    </p:set>
                                    <p:anim calcmode="lin" valueType="num">
                                      <p:cBhvr>
                                        <p:cTn id="27" dur="1000" fill="hold"/>
                                        <p:tgtEl>
                                          <p:spTgt spid="20483">
                                            <p:txEl>
                                              <p:charRg st="136" end="179"/>
                                            </p:txEl>
                                          </p:spTgt>
                                        </p:tgtEl>
                                        <p:attrNameLst>
                                          <p:attrName>ppt_w</p:attrName>
                                        </p:attrNameLst>
                                      </p:cBhvr>
                                      <p:tavLst>
                                        <p:tav tm="0">
                                          <p:val>
                                            <p:fltVal val="0.000000"/>
                                          </p:val>
                                        </p:tav>
                                        <p:tav tm="100000">
                                          <p:val>
                                            <p:strVal val="#ppt_w"/>
                                          </p:val>
                                        </p:tav>
                                      </p:tavLst>
                                    </p:anim>
                                    <p:anim calcmode="lin" valueType="num">
                                      <p:cBhvr>
                                        <p:cTn id="28" dur="1000" fill="hold"/>
                                        <p:tgtEl>
                                          <p:spTgt spid="20483">
                                            <p:txEl>
                                              <p:charRg st="136" end="179"/>
                                            </p:txEl>
                                          </p:spTgt>
                                        </p:tgtEl>
                                        <p:attrNameLst>
                                          <p:attrName>ppt_h</p:attrName>
                                        </p:attrNameLst>
                                      </p:cBhvr>
                                      <p:tavLst>
                                        <p:tav tm="0">
                                          <p:val>
                                            <p:fltVal val="0.000000"/>
                                          </p:val>
                                        </p:tav>
                                        <p:tav tm="100000">
                                          <p:val>
                                            <p:strVal val="#ppt_h"/>
                                          </p:val>
                                        </p:tav>
                                      </p:tavLst>
                                    </p:anim>
                                    <p:anim calcmode="lin" valueType="num">
                                      <p:cBhvr>
                                        <p:cTn id="29" dur="1000" fill="hold"/>
                                        <p:tgtEl>
                                          <p:spTgt spid="20483">
                                            <p:txEl>
                                              <p:charRg st="136" end="179"/>
                                            </p:txEl>
                                          </p:spTgt>
                                        </p:tgtEl>
                                        <p:attrNameLst>
                                          <p:attrName>ppt_x</p:attrName>
                                        </p:attrNameLst>
                                      </p:cBhvr>
                                      <p:tavLst>
                                        <p:tav tm="0" fmla="#ppt_x+(cos(-2*pi*(1-$))*-#ppt_x-sin(-2*pi*(1-$))*(1-#ppt_y))*(1-$)">
                                          <p:val>
                                            <p:fltVal val="0.000000"/>
                                          </p:val>
                                        </p:tav>
                                        <p:tav tm="100000">
                                          <p:val>
                                            <p:fltVal val="1.000000"/>
                                          </p:val>
                                        </p:tav>
                                      </p:tavLst>
                                    </p:anim>
                                    <p:anim calcmode="lin" valueType="num">
                                      <p:cBhvr>
                                        <p:cTn id="30" dur="1000" fill="hold"/>
                                        <p:tgtEl>
                                          <p:spTgt spid="20483">
                                            <p:txEl>
                                              <p:charRg st="136" end="179"/>
                                            </p:txEl>
                                          </p:spTgt>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1" fill="hold">
                      <p:stCondLst>
                        <p:cond delay="indefinite"/>
                      </p:stCondLst>
                      <p:childTnLst>
                        <p:par>
                          <p:cTn id="32" fill="hold">
                            <p:stCondLst>
                              <p:cond delay="0"/>
                            </p:stCondLst>
                            <p:childTnLst>
                              <p:par>
                                <p:cTn id="33" presetID="40" presetClass="entr" presetSubtype="0" fill="hold" nodeType="clickEffect">
                                  <p:stCondLst>
                                    <p:cond delay="0"/>
                                  </p:stCondLst>
                                  <p:iterate type="lt">
                                    <p:tmPct val="10000"/>
                                  </p:iterate>
                                  <p:childTnLst>
                                    <p:set>
                                      <p:cBhvr>
                                        <p:cTn id="34" dur="1" fill="hold">
                                          <p:stCondLst>
                                            <p:cond delay="0"/>
                                          </p:stCondLst>
                                        </p:cTn>
                                        <p:tgtEl>
                                          <p:spTgt spid="20483">
                                            <p:txEl>
                                              <p:charRg st="179" end="213"/>
                                            </p:txEl>
                                          </p:spTgt>
                                        </p:tgtEl>
                                        <p:attrNameLst>
                                          <p:attrName>style.visibility</p:attrName>
                                        </p:attrNameLst>
                                      </p:cBhvr>
                                      <p:to>
                                        <p:strVal val="visible"/>
                                      </p:to>
                                    </p:set>
                                    <p:animEffect transition="in" filter="fade">
                                      <p:cBhvr>
                                        <p:cTn id="35" dur="1000"/>
                                        <p:tgtEl>
                                          <p:spTgt spid="20483">
                                            <p:txEl>
                                              <p:charRg st="179" end="213"/>
                                            </p:txEl>
                                          </p:spTgt>
                                        </p:tgtEl>
                                      </p:cBhvr>
                                    </p:animEffect>
                                    <p:anim calcmode="lin" valueType="num">
                                      <p:cBhvr>
                                        <p:cTn id="36" dur="1000" fill="hold"/>
                                        <p:tgtEl>
                                          <p:spTgt spid="20483">
                                            <p:txEl>
                                              <p:charRg st="179" end="213"/>
                                            </p:txEl>
                                          </p:spTgt>
                                        </p:tgtEl>
                                        <p:attrNameLst>
                                          <p:attrName>ppt_x</p:attrName>
                                        </p:attrNameLst>
                                      </p:cBhvr>
                                      <p:tavLst>
                                        <p:tav tm="0">
                                          <p:val>
                                            <p:strVal val="#ppt_x-.1"/>
                                          </p:val>
                                        </p:tav>
                                        <p:tav tm="100000">
                                          <p:val>
                                            <p:strVal val="#ppt_x"/>
                                          </p:val>
                                        </p:tav>
                                      </p:tavLst>
                                    </p:anim>
                                    <p:anim calcmode="lin" valueType="num">
                                      <p:cBhvr>
                                        <p:cTn id="37" dur="1000" fill="hold"/>
                                        <p:tgtEl>
                                          <p:spTgt spid="20483">
                                            <p:txEl>
                                              <p:charRg st="179" end="213"/>
                                            </p:txEl>
                                          </p:spTgt>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0483">
                                            <p:txEl>
                                              <p:charRg st="213" end="295"/>
                                            </p:txEl>
                                          </p:spTgt>
                                        </p:tgtEl>
                                        <p:attrNameLst>
                                          <p:attrName>style.visibility</p:attrName>
                                        </p:attrNameLst>
                                      </p:cBhvr>
                                      <p:to>
                                        <p:strVal val="visible"/>
                                      </p:to>
                                    </p:set>
                                    <p:animEffect transition="in" filter="blinds(horizontal)">
                                      <p:cBhvr>
                                        <p:cTn id="42" dur="500"/>
                                        <p:tgtEl>
                                          <p:spTgt spid="20483">
                                            <p:txEl>
                                              <p:charRg st="213" end="29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9" presetClass="entr" presetSubtype="0" accel="100000" fill="hold" nodeType="clickEffect">
                                  <p:stCondLst>
                                    <p:cond delay="0"/>
                                  </p:stCondLst>
                                  <p:childTnLst>
                                    <p:set>
                                      <p:cBhvr>
                                        <p:cTn id="46" dur="1" fill="hold">
                                          <p:stCondLst>
                                            <p:cond delay="0"/>
                                          </p:stCondLst>
                                        </p:cTn>
                                        <p:tgtEl>
                                          <p:spTgt spid="20483">
                                            <p:txEl>
                                              <p:charRg st="295" end="353"/>
                                            </p:txEl>
                                          </p:spTgt>
                                        </p:tgtEl>
                                        <p:attrNameLst>
                                          <p:attrName>style.visibility</p:attrName>
                                        </p:attrNameLst>
                                      </p:cBhvr>
                                      <p:to>
                                        <p:strVal val="visible"/>
                                      </p:to>
                                    </p:set>
                                    <p:anim calcmode="lin" valueType="num">
                                      <p:cBhvr>
                                        <p:cTn id="47" dur="500" fill="hold"/>
                                        <p:tgtEl>
                                          <p:spTgt spid="20483">
                                            <p:txEl>
                                              <p:charRg st="295" end="353"/>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48" dur="500" fill="hold"/>
                                        <p:tgtEl>
                                          <p:spTgt spid="20483">
                                            <p:txEl>
                                              <p:charRg st="295" end="353"/>
                                            </p:txEl>
                                          </p:spTgt>
                                        </p:tgtEl>
                                        <p:attrNameLst>
                                          <p:attrName>ppt_w</p:attrName>
                                        </p:attrNameLst>
                                      </p:cBhvr>
                                      <p:tavLst>
                                        <p:tav tm="0">
                                          <p:val>
                                            <p:strVal val="#ppt_w+.3"/>
                                          </p:val>
                                        </p:tav>
                                        <p:tav tm="50000">
                                          <p:val>
                                            <p:strVal val="#ppt_w+.3"/>
                                          </p:val>
                                        </p:tav>
                                        <p:tav tm="100000">
                                          <p:val>
                                            <p:strVal val="#ppt_w"/>
                                          </p:val>
                                        </p:tav>
                                      </p:tavLst>
                                    </p:anim>
                                    <p:anim calcmode="lin" valueType="num">
                                      <p:cBhvr>
                                        <p:cTn id="49" dur="500" fill="hold"/>
                                        <p:tgtEl>
                                          <p:spTgt spid="20483">
                                            <p:txEl>
                                              <p:charRg st="295" end="353"/>
                                            </p:txEl>
                                          </p:spTgt>
                                        </p:tgtEl>
                                        <p:attrNameLst>
                                          <p:attrName>ppt_x</p:attrName>
                                        </p:attrNameLst>
                                      </p:cBhvr>
                                      <p:tavLst>
                                        <p:tav tm="0">
                                          <p:val>
                                            <p:strVal val="#ppt_x-.3"/>
                                          </p:val>
                                        </p:tav>
                                        <p:tav tm="50000">
                                          <p:val>
                                            <p:strVal val="#ppt_x"/>
                                          </p:val>
                                        </p:tav>
                                        <p:tav tm="100000">
                                          <p:val>
                                            <p:strVal val="#ppt_x"/>
                                          </p:val>
                                        </p:tav>
                                      </p:tavLst>
                                    </p:anim>
                                    <p:anim calcmode="lin" valueType="num">
                                      <p:cBhvr>
                                        <p:cTn id="50" dur="500" fill="hold"/>
                                        <p:tgtEl>
                                          <p:spTgt spid="20483">
                                            <p:txEl>
                                              <p:charRg st="295" end="353"/>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xit" presetSubtype="4" fill="hold" nodeType="clickEffect">
                                  <p:stCondLst>
                                    <p:cond delay="0"/>
                                  </p:stCondLst>
                                  <p:childTnLst>
                                    <p:anim calcmode="lin" valueType="num">
                                      <p:cBhvr additive="base">
                                        <p:cTn id="54" dur="500"/>
                                        <p:tgtEl>
                                          <p:spTgt spid="20483">
                                            <p:txEl>
                                              <p:charRg st="0" end="38"/>
                                            </p:txEl>
                                          </p:spTgt>
                                        </p:tgtEl>
                                        <p:attrNameLst>
                                          <p:attrName>ppt_x</p:attrName>
                                        </p:attrNameLst>
                                      </p:cBhvr>
                                      <p:tavLst>
                                        <p:tav tm="0">
                                          <p:val>
                                            <p:strVal val="ppt_x"/>
                                          </p:val>
                                        </p:tav>
                                        <p:tav tm="100000">
                                          <p:val>
                                            <p:strVal val="ppt_x"/>
                                          </p:val>
                                        </p:tav>
                                      </p:tavLst>
                                    </p:anim>
                                    <p:anim calcmode="lin" valueType="num">
                                      <p:cBhvr additive="base">
                                        <p:cTn id="55" dur="500"/>
                                        <p:tgtEl>
                                          <p:spTgt spid="20483">
                                            <p:txEl>
                                              <p:charRg st="0" end="38"/>
                                            </p:txEl>
                                          </p:spTgt>
                                        </p:tgtEl>
                                        <p:attrNameLst>
                                          <p:attrName>ppt_y</p:attrName>
                                        </p:attrNameLst>
                                      </p:cBhvr>
                                      <p:tavLst>
                                        <p:tav tm="0">
                                          <p:val>
                                            <p:strVal val="ppt_y"/>
                                          </p:val>
                                        </p:tav>
                                        <p:tav tm="100000">
                                          <p:val>
                                            <p:strVal val="1+ppt_h/2"/>
                                          </p:val>
                                        </p:tav>
                                      </p:tavLst>
                                    </p:anim>
                                    <p:set>
                                      <p:cBhvr>
                                        <p:cTn id="56" dur="1" fill="hold">
                                          <p:stCondLst>
                                            <p:cond delay="499"/>
                                          </p:stCondLst>
                                        </p:cTn>
                                        <p:tgtEl>
                                          <p:spTgt spid="20483">
                                            <p:txEl>
                                              <p:charRg st="0" end="38"/>
                                            </p:txEl>
                                          </p:spTgt>
                                        </p:tgtEl>
                                        <p:attrNameLst>
                                          <p:attrName>style.visibility</p:attrName>
                                        </p:attrNameLst>
                                      </p:cBhvr>
                                      <p:to>
                                        <p:strVal val="hidden"/>
                                      </p:to>
                                    </p:set>
                                  </p:childTnLst>
                                </p:cTn>
                              </p:par>
                              <p:par>
                                <p:cTn id="57" presetID="2" presetClass="exit" presetSubtype="4" fill="hold" nodeType="withEffect">
                                  <p:stCondLst>
                                    <p:cond delay="0"/>
                                  </p:stCondLst>
                                  <p:childTnLst>
                                    <p:anim calcmode="lin" valueType="num">
                                      <p:cBhvr additive="base">
                                        <p:cTn id="58" dur="500"/>
                                        <p:tgtEl>
                                          <p:spTgt spid="20483">
                                            <p:txEl>
                                              <p:charRg st="38" end="61"/>
                                            </p:txEl>
                                          </p:spTgt>
                                        </p:tgtEl>
                                        <p:attrNameLst>
                                          <p:attrName>ppt_x</p:attrName>
                                        </p:attrNameLst>
                                      </p:cBhvr>
                                      <p:tavLst>
                                        <p:tav tm="0">
                                          <p:val>
                                            <p:strVal val="ppt_x"/>
                                          </p:val>
                                        </p:tav>
                                        <p:tav tm="100000">
                                          <p:val>
                                            <p:strVal val="ppt_x"/>
                                          </p:val>
                                        </p:tav>
                                      </p:tavLst>
                                    </p:anim>
                                    <p:anim calcmode="lin" valueType="num">
                                      <p:cBhvr additive="base">
                                        <p:cTn id="59" dur="500"/>
                                        <p:tgtEl>
                                          <p:spTgt spid="20483">
                                            <p:txEl>
                                              <p:charRg st="38" end="61"/>
                                            </p:txEl>
                                          </p:spTgt>
                                        </p:tgtEl>
                                        <p:attrNameLst>
                                          <p:attrName>ppt_y</p:attrName>
                                        </p:attrNameLst>
                                      </p:cBhvr>
                                      <p:tavLst>
                                        <p:tav tm="0">
                                          <p:val>
                                            <p:strVal val="ppt_y"/>
                                          </p:val>
                                        </p:tav>
                                        <p:tav tm="100000">
                                          <p:val>
                                            <p:strVal val="1+ppt_h/2"/>
                                          </p:val>
                                        </p:tav>
                                      </p:tavLst>
                                    </p:anim>
                                    <p:set>
                                      <p:cBhvr>
                                        <p:cTn id="60" dur="1" fill="hold">
                                          <p:stCondLst>
                                            <p:cond delay="499"/>
                                          </p:stCondLst>
                                        </p:cTn>
                                        <p:tgtEl>
                                          <p:spTgt spid="20483">
                                            <p:txEl>
                                              <p:charRg st="38" end="61"/>
                                            </p:txEl>
                                          </p:spTgt>
                                        </p:tgtEl>
                                        <p:attrNameLst>
                                          <p:attrName>style.visibility</p:attrName>
                                        </p:attrNameLst>
                                      </p:cBhvr>
                                      <p:to>
                                        <p:strVal val="hidden"/>
                                      </p:to>
                                    </p:set>
                                  </p:childTnLst>
                                </p:cTn>
                              </p:par>
                              <p:par>
                                <p:cTn id="61" presetID="2" presetClass="exit" presetSubtype="4" fill="hold" nodeType="withEffect">
                                  <p:stCondLst>
                                    <p:cond delay="0"/>
                                  </p:stCondLst>
                                  <p:childTnLst>
                                    <p:anim calcmode="lin" valueType="num">
                                      <p:cBhvr additive="base">
                                        <p:cTn id="62" dur="500"/>
                                        <p:tgtEl>
                                          <p:spTgt spid="20483">
                                            <p:txEl>
                                              <p:charRg st="61" end="91"/>
                                            </p:txEl>
                                          </p:spTgt>
                                        </p:tgtEl>
                                        <p:attrNameLst>
                                          <p:attrName>ppt_x</p:attrName>
                                        </p:attrNameLst>
                                      </p:cBhvr>
                                      <p:tavLst>
                                        <p:tav tm="0">
                                          <p:val>
                                            <p:strVal val="ppt_x"/>
                                          </p:val>
                                        </p:tav>
                                        <p:tav tm="100000">
                                          <p:val>
                                            <p:strVal val="ppt_x"/>
                                          </p:val>
                                        </p:tav>
                                      </p:tavLst>
                                    </p:anim>
                                    <p:anim calcmode="lin" valueType="num">
                                      <p:cBhvr additive="base">
                                        <p:cTn id="63" dur="500"/>
                                        <p:tgtEl>
                                          <p:spTgt spid="20483">
                                            <p:txEl>
                                              <p:charRg st="61" end="91"/>
                                            </p:txEl>
                                          </p:spTgt>
                                        </p:tgtEl>
                                        <p:attrNameLst>
                                          <p:attrName>ppt_y</p:attrName>
                                        </p:attrNameLst>
                                      </p:cBhvr>
                                      <p:tavLst>
                                        <p:tav tm="0">
                                          <p:val>
                                            <p:strVal val="ppt_y"/>
                                          </p:val>
                                        </p:tav>
                                        <p:tav tm="100000">
                                          <p:val>
                                            <p:strVal val="1+ppt_h/2"/>
                                          </p:val>
                                        </p:tav>
                                      </p:tavLst>
                                    </p:anim>
                                    <p:set>
                                      <p:cBhvr>
                                        <p:cTn id="64" dur="1" fill="hold">
                                          <p:stCondLst>
                                            <p:cond delay="499"/>
                                          </p:stCondLst>
                                        </p:cTn>
                                        <p:tgtEl>
                                          <p:spTgt spid="20483">
                                            <p:txEl>
                                              <p:charRg st="61" end="91"/>
                                            </p:txEl>
                                          </p:spTgt>
                                        </p:tgtEl>
                                        <p:attrNameLst>
                                          <p:attrName>style.visibility</p:attrName>
                                        </p:attrNameLst>
                                      </p:cBhvr>
                                      <p:to>
                                        <p:strVal val="hidden"/>
                                      </p:to>
                                    </p:set>
                                  </p:childTnLst>
                                </p:cTn>
                              </p:par>
                              <p:par>
                                <p:cTn id="65" presetID="2" presetClass="exit" presetSubtype="4" fill="hold" nodeType="withEffect">
                                  <p:stCondLst>
                                    <p:cond delay="0"/>
                                  </p:stCondLst>
                                  <p:childTnLst>
                                    <p:anim calcmode="lin" valueType="num">
                                      <p:cBhvr additive="base">
                                        <p:cTn id="66" dur="500"/>
                                        <p:tgtEl>
                                          <p:spTgt spid="20483">
                                            <p:txEl>
                                              <p:charRg st="91" end="136"/>
                                            </p:txEl>
                                          </p:spTgt>
                                        </p:tgtEl>
                                        <p:attrNameLst>
                                          <p:attrName>ppt_x</p:attrName>
                                        </p:attrNameLst>
                                      </p:cBhvr>
                                      <p:tavLst>
                                        <p:tav tm="0">
                                          <p:val>
                                            <p:strVal val="ppt_x"/>
                                          </p:val>
                                        </p:tav>
                                        <p:tav tm="100000">
                                          <p:val>
                                            <p:strVal val="ppt_x"/>
                                          </p:val>
                                        </p:tav>
                                      </p:tavLst>
                                    </p:anim>
                                    <p:anim calcmode="lin" valueType="num">
                                      <p:cBhvr additive="base">
                                        <p:cTn id="67" dur="500"/>
                                        <p:tgtEl>
                                          <p:spTgt spid="20483">
                                            <p:txEl>
                                              <p:charRg st="91" end="136"/>
                                            </p:txEl>
                                          </p:spTgt>
                                        </p:tgtEl>
                                        <p:attrNameLst>
                                          <p:attrName>ppt_y</p:attrName>
                                        </p:attrNameLst>
                                      </p:cBhvr>
                                      <p:tavLst>
                                        <p:tav tm="0">
                                          <p:val>
                                            <p:strVal val="ppt_y"/>
                                          </p:val>
                                        </p:tav>
                                        <p:tav tm="100000">
                                          <p:val>
                                            <p:strVal val="1+ppt_h/2"/>
                                          </p:val>
                                        </p:tav>
                                      </p:tavLst>
                                    </p:anim>
                                    <p:set>
                                      <p:cBhvr>
                                        <p:cTn id="68" dur="1" fill="hold">
                                          <p:stCondLst>
                                            <p:cond delay="499"/>
                                          </p:stCondLst>
                                        </p:cTn>
                                        <p:tgtEl>
                                          <p:spTgt spid="20483">
                                            <p:txEl>
                                              <p:charRg st="91" end="136"/>
                                            </p:txEl>
                                          </p:spTgt>
                                        </p:tgtEl>
                                        <p:attrNameLst>
                                          <p:attrName>style.visibility</p:attrName>
                                        </p:attrNameLst>
                                      </p:cBhvr>
                                      <p:to>
                                        <p:strVal val="hidden"/>
                                      </p:to>
                                    </p:set>
                                  </p:childTnLst>
                                </p:cTn>
                              </p:par>
                              <p:par>
                                <p:cTn id="69" presetID="2" presetClass="exit" presetSubtype="4" fill="hold" nodeType="withEffect">
                                  <p:stCondLst>
                                    <p:cond delay="0"/>
                                  </p:stCondLst>
                                  <p:childTnLst>
                                    <p:anim calcmode="lin" valueType="num">
                                      <p:cBhvr additive="base">
                                        <p:cTn id="70" dur="500"/>
                                        <p:tgtEl>
                                          <p:spTgt spid="20483">
                                            <p:txEl>
                                              <p:charRg st="136" end="179"/>
                                            </p:txEl>
                                          </p:spTgt>
                                        </p:tgtEl>
                                        <p:attrNameLst>
                                          <p:attrName>ppt_x</p:attrName>
                                        </p:attrNameLst>
                                      </p:cBhvr>
                                      <p:tavLst>
                                        <p:tav tm="0">
                                          <p:val>
                                            <p:strVal val="ppt_x"/>
                                          </p:val>
                                        </p:tav>
                                        <p:tav tm="100000">
                                          <p:val>
                                            <p:strVal val="ppt_x"/>
                                          </p:val>
                                        </p:tav>
                                      </p:tavLst>
                                    </p:anim>
                                    <p:anim calcmode="lin" valueType="num">
                                      <p:cBhvr additive="base">
                                        <p:cTn id="71" dur="500"/>
                                        <p:tgtEl>
                                          <p:spTgt spid="20483">
                                            <p:txEl>
                                              <p:charRg st="136" end="179"/>
                                            </p:txEl>
                                          </p:spTgt>
                                        </p:tgtEl>
                                        <p:attrNameLst>
                                          <p:attrName>ppt_y</p:attrName>
                                        </p:attrNameLst>
                                      </p:cBhvr>
                                      <p:tavLst>
                                        <p:tav tm="0">
                                          <p:val>
                                            <p:strVal val="ppt_y"/>
                                          </p:val>
                                        </p:tav>
                                        <p:tav tm="100000">
                                          <p:val>
                                            <p:strVal val="1+ppt_h/2"/>
                                          </p:val>
                                        </p:tav>
                                      </p:tavLst>
                                    </p:anim>
                                    <p:set>
                                      <p:cBhvr>
                                        <p:cTn id="72" dur="1" fill="hold">
                                          <p:stCondLst>
                                            <p:cond delay="499"/>
                                          </p:stCondLst>
                                        </p:cTn>
                                        <p:tgtEl>
                                          <p:spTgt spid="20483">
                                            <p:txEl>
                                              <p:charRg st="136" end="179"/>
                                            </p:txEl>
                                          </p:spTgt>
                                        </p:tgtEl>
                                        <p:attrNameLst>
                                          <p:attrName>style.visibility</p:attrName>
                                        </p:attrNameLst>
                                      </p:cBhvr>
                                      <p:to>
                                        <p:strVal val="hidden"/>
                                      </p:to>
                                    </p:set>
                                  </p:childTnLst>
                                </p:cTn>
                              </p:par>
                              <p:par>
                                <p:cTn id="73" presetID="2" presetClass="exit" presetSubtype="4" fill="hold" nodeType="withEffect">
                                  <p:stCondLst>
                                    <p:cond delay="0"/>
                                  </p:stCondLst>
                                  <p:iterate type="lt">
                                    <p:tmPct val="0"/>
                                  </p:iterate>
                                  <p:childTnLst>
                                    <p:anim calcmode="lin" valueType="num">
                                      <p:cBhvr additive="base">
                                        <p:cTn id="74" dur="500"/>
                                        <p:tgtEl>
                                          <p:spTgt spid="20483">
                                            <p:txEl>
                                              <p:charRg st="179" end="213"/>
                                            </p:txEl>
                                          </p:spTgt>
                                        </p:tgtEl>
                                        <p:attrNameLst>
                                          <p:attrName>ppt_x</p:attrName>
                                        </p:attrNameLst>
                                      </p:cBhvr>
                                      <p:tavLst>
                                        <p:tav tm="0">
                                          <p:val>
                                            <p:strVal val="ppt_x"/>
                                          </p:val>
                                        </p:tav>
                                        <p:tav tm="100000">
                                          <p:val>
                                            <p:strVal val="ppt_x"/>
                                          </p:val>
                                        </p:tav>
                                      </p:tavLst>
                                    </p:anim>
                                    <p:anim calcmode="lin" valueType="num">
                                      <p:cBhvr additive="base">
                                        <p:cTn id="75" dur="500"/>
                                        <p:tgtEl>
                                          <p:spTgt spid="20483">
                                            <p:txEl>
                                              <p:charRg st="179" end="213"/>
                                            </p:txEl>
                                          </p:spTgt>
                                        </p:tgtEl>
                                        <p:attrNameLst>
                                          <p:attrName>ppt_y</p:attrName>
                                        </p:attrNameLst>
                                      </p:cBhvr>
                                      <p:tavLst>
                                        <p:tav tm="0">
                                          <p:val>
                                            <p:strVal val="ppt_y"/>
                                          </p:val>
                                        </p:tav>
                                        <p:tav tm="100000">
                                          <p:val>
                                            <p:strVal val="1+ppt_h/2"/>
                                          </p:val>
                                        </p:tav>
                                      </p:tavLst>
                                    </p:anim>
                                    <p:set>
                                      <p:cBhvr>
                                        <p:cTn id="76" dur="1" fill="hold">
                                          <p:stCondLst>
                                            <p:cond delay="499"/>
                                          </p:stCondLst>
                                        </p:cTn>
                                        <p:tgtEl>
                                          <p:spTgt spid="20483">
                                            <p:txEl>
                                              <p:charRg st="179" end="213"/>
                                            </p:txEl>
                                          </p:spTgt>
                                        </p:tgtEl>
                                        <p:attrNameLst>
                                          <p:attrName>style.visibility</p:attrName>
                                        </p:attrNameLst>
                                      </p:cBhvr>
                                      <p:to>
                                        <p:strVal val="hidden"/>
                                      </p:to>
                                    </p:set>
                                  </p:childTnLst>
                                </p:cTn>
                              </p:par>
                              <p:par>
                                <p:cTn id="77" presetID="2" presetClass="exit" presetSubtype="4" fill="hold" nodeType="withEffect">
                                  <p:stCondLst>
                                    <p:cond delay="0"/>
                                  </p:stCondLst>
                                  <p:childTnLst>
                                    <p:anim calcmode="lin" valueType="num">
                                      <p:cBhvr additive="base">
                                        <p:cTn id="78" dur="500"/>
                                        <p:tgtEl>
                                          <p:spTgt spid="20483">
                                            <p:txEl>
                                              <p:charRg st="213" end="295"/>
                                            </p:txEl>
                                          </p:spTgt>
                                        </p:tgtEl>
                                        <p:attrNameLst>
                                          <p:attrName>ppt_x</p:attrName>
                                        </p:attrNameLst>
                                      </p:cBhvr>
                                      <p:tavLst>
                                        <p:tav tm="0">
                                          <p:val>
                                            <p:strVal val="ppt_x"/>
                                          </p:val>
                                        </p:tav>
                                        <p:tav tm="100000">
                                          <p:val>
                                            <p:strVal val="ppt_x"/>
                                          </p:val>
                                        </p:tav>
                                      </p:tavLst>
                                    </p:anim>
                                    <p:anim calcmode="lin" valueType="num">
                                      <p:cBhvr additive="base">
                                        <p:cTn id="79" dur="500"/>
                                        <p:tgtEl>
                                          <p:spTgt spid="20483">
                                            <p:txEl>
                                              <p:charRg st="213" end="295"/>
                                            </p:txEl>
                                          </p:spTgt>
                                        </p:tgtEl>
                                        <p:attrNameLst>
                                          <p:attrName>ppt_y</p:attrName>
                                        </p:attrNameLst>
                                      </p:cBhvr>
                                      <p:tavLst>
                                        <p:tav tm="0">
                                          <p:val>
                                            <p:strVal val="ppt_y"/>
                                          </p:val>
                                        </p:tav>
                                        <p:tav tm="100000">
                                          <p:val>
                                            <p:strVal val="1+ppt_h/2"/>
                                          </p:val>
                                        </p:tav>
                                      </p:tavLst>
                                    </p:anim>
                                    <p:set>
                                      <p:cBhvr>
                                        <p:cTn id="80" dur="1" fill="hold">
                                          <p:stCondLst>
                                            <p:cond delay="499"/>
                                          </p:stCondLst>
                                        </p:cTn>
                                        <p:tgtEl>
                                          <p:spTgt spid="20483">
                                            <p:txEl>
                                              <p:charRg st="213" end="295"/>
                                            </p:txEl>
                                          </p:spTgt>
                                        </p:tgtEl>
                                        <p:attrNameLst>
                                          <p:attrName>style.visibility</p:attrName>
                                        </p:attrNameLst>
                                      </p:cBhvr>
                                      <p:to>
                                        <p:strVal val="hidden"/>
                                      </p:to>
                                    </p:set>
                                  </p:childTnLst>
                                </p:cTn>
                              </p:par>
                              <p:par>
                                <p:cTn id="81" presetID="2" presetClass="exit" presetSubtype="4" fill="hold" nodeType="withEffect">
                                  <p:stCondLst>
                                    <p:cond delay="0"/>
                                  </p:stCondLst>
                                  <p:childTnLst>
                                    <p:anim calcmode="lin" valueType="num">
                                      <p:cBhvr additive="base">
                                        <p:cTn id="82" dur="500"/>
                                        <p:tgtEl>
                                          <p:spTgt spid="20483">
                                            <p:txEl>
                                              <p:charRg st="295" end="353"/>
                                            </p:txEl>
                                          </p:spTgt>
                                        </p:tgtEl>
                                        <p:attrNameLst>
                                          <p:attrName>ppt_x</p:attrName>
                                        </p:attrNameLst>
                                      </p:cBhvr>
                                      <p:tavLst>
                                        <p:tav tm="0">
                                          <p:val>
                                            <p:strVal val="ppt_x"/>
                                          </p:val>
                                        </p:tav>
                                        <p:tav tm="100000">
                                          <p:val>
                                            <p:strVal val="ppt_x"/>
                                          </p:val>
                                        </p:tav>
                                      </p:tavLst>
                                    </p:anim>
                                    <p:anim calcmode="lin" valueType="num">
                                      <p:cBhvr additive="base">
                                        <p:cTn id="83" dur="500"/>
                                        <p:tgtEl>
                                          <p:spTgt spid="20483">
                                            <p:txEl>
                                              <p:charRg st="295" end="353"/>
                                            </p:txEl>
                                          </p:spTgt>
                                        </p:tgtEl>
                                        <p:attrNameLst>
                                          <p:attrName>ppt_y</p:attrName>
                                        </p:attrNameLst>
                                      </p:cBhvr>
                                      <p:tavLst>
                                        <p:tav tm="0">
                                          <p:val>
                                            <p:strVal val="ppt_y"/>
                                          </p:val>
                                        </p:tav>
                                        <p:tav tm="100000">
                                          <p:val>
                                            <p:strVal val="1+ppt_h/2"/>
                                          </p:val>
                                        </p:tav>
                                      </p:tavLst>
                                    </p:anim>
                                    <p:set>
                                      <p:cBhvr>
                                        <p:cTn id="84" dur="1" fill="hold">
                                          <p:stCondLst>
                                            <p:cond delay="499"/>
                                          </p:stCondLst>
                                        </p:cTn>
                                        <p:tgtEl>
                                          <p:spTgt spid="20483">
                                            <p:txEl>
                                              <p:charRg st="295" end="35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21505"/>
          <p:cNvSpPr>
            <a:spLocks noGrp="1"/>
          </p:cNvSpPr>
          <p:nvPr>
            <p:ph type="title"/>
          </p:nvPr>
        </p:nvSpPr>
        <p:spPr>
          <a:ln/>
        </p:spPr>
        <p:txBody>
          <a:bodyPr anchor="b" anchorCtr="0"/>
          <a:p>
            <a:r>
              <a:rPr lang="en-US" altLang="zh-CN"/>
              <a:t>Animated Text (Timed)</a:t>
            </a:r>
            <a:endParaRPr lang="en-US" altLang="zh-CN"/>
          </a:p>
        </p:txBody>
      </p:sp>
      <p:sp>
        <p:nvSpPr>
          <p:cNvPr id="21507" name="文本占位符 21506"/>
          <p:cNvSpPr>
            <a:spLocks noGrp="1"/>
          </p:cNvSpPr>
          <p:nvPr>
            <p:ph type="body" idx="1"/>
          </p:nvPr>
        </p:nvSpPr>
        <p:spPr>
          <a:xfrm>
            <a:off x="838200" y="2362200"/>
            <a:ext cx="8001000" cy="3724275"/>
          </a:xfrm>
          <a:ln/>
        </p:spPr>
        <p:txBody>
          <a:bodyPr/>
          <a:p>
            <a:r>
              <a:rPr lang="en-US" altLang="zh-CN"/>
              <a:t>Use the Same Basic Steps as Before</a:t>
            </a:r>
            <a:endParaRPr lang="en-US" altLang="zh-CN"/>
          </a:p>
          <a:p>
            <a:r>
              <a:rPr lang="en-US" altLang="zh-CN"/>
              <a:t>Select the Desired Animation from the Right</a:t>
            </a:r>
            <a:r>
              <a:rPr lang="en-US" altLang="zh-CN">
                <a:sym typeface="Wingdings" panose="05000000000000000000" pitchFamily="2" charset="2"/>
              </a:rPr>
              <a:t></a:t>
            </a:r>
            <a:endParaRPr lang="en-US" altLang="zh-CN">
              <a:sym typeface="Wingdings" panose="05000000000000000000" pitchFamily="2" charset="2"/>
            </a:endParaRPr>
          </a:p>
          <a:p>
            <a:r>
              <a:rPr lang="en-US" altLang="zh-CN">
                <a:sym typeface="Wingdings" panose="05000000000000000000" pitchFamily="2" charset="2"/>
              </a:rPr>
              <a:t>Press the Drop Down and Select “Timing”</a:t>
            </a:r>
            <a:endParaRPr lang="en-US" altLang="zh-CN">
              <a:sym typeface="Wingdings" panose="05000000000000000000" pitchFamily="2" charset="2"/>
            </a:endParaRPr>
          </a:p>
          <a:p>
            <a:r>
              <a:rPr lang="en-US" altLang="zh-CN">
                <a:sym typeface="Wingdings" panose="05000000000000000000" pitchFamily="2" charset="2"/>
              </a:rPr>
              <a:t>Make Sure the “Start Box” is set to “After Previous”</a:t>
            </a:r>
            <a:endParaRPr lang="en-US" altLang="zh-CN">
              <a:sym typeface="Wingdings" panose="05000000000000000000" pitchFamily="2" charset="2"/>
            </a:endParaRPr>
          </a:p>
          <a:p>
            <a:r>
              <a:rPr lang="en-US" altLang="zh-CN">
                <a:sym typeface="Wingdings" panose="05000000000000000000" pitchFamily="2" charset="2"/>
              </a:rPr>
              <a:t>Set a Delay Time and You’re Done</a:t>
            </a:r>
            <a:endParaRPr lang="en-US" altLang="zh-CN">
              <a:sym typeface="Wingdings" panose="05000000000000000000" pitchFamily="2" charset="2"/>
            </a:endParaRPr>
          </a:p>
          <a:p>
            <a:endParaRPr lang="en-US" altLang="zh-CN"/>
          </a:p>
          <a:p>
            <a:endParaRPr lang="en-US" altLang="zh-CN"/>
          </a:p>
        </p:txBody>
      </p:sp>
      <p:sp>
        <p:nvSpPr>
          <p:cNvPr id="21508"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1500"/>
                                  </p:stCondLst>
                                  <p:childTnLst>
                                    <p:set>
                                      <p:cBhvr>
                                        <p:cTn id="6" dur="1" fill="hold">
                                          <p:stCondLst>
                                            <p:cond delay="0"/>
                                          </p:stCondLst>
                                        </p:cTn>
                                        <p:tgtEl>
                                          <p:spTgt spid="21507">
                                            <p:txEl>
                                              <p:charRg st="0" end="35"/>
                                            </p:txEl>
                                          </p:spTgt>
                                        </p:tgtEl>
                                        <p:attrNameLst>
                                          <p:attrName>style.visibility</p:attrName>
                                        </p:attrNameLst>
                                      </p:cBhvr>
                                      <p:to>
                                        <p:strVal val="visible"/>
                                      </p:to>
                                    </p:set>
                                    <p:anim calcmode="lin" valueType="num">
                                      <p:cBhvr additive="base">
                                        <p:cTn id="7" dur="1000" fill="hold"/>
                                        <p:tgtEl>
                                          <p:spTgt spid="21507">
                                            <p:txEl>
                                              <p:charRg st="0" end="35"/>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1507">
                                            <p:txEl>
                                              <p:charRg st="0" end="35"/>
                                            </p:txEl>
                                          </p:spTgt>
                                        </p:tgtEl>
                                        <p:attrNameLst>
                                          <p:attrName>ppt_y</p:attrName>
                                        </p:attrNameLst>
                                      </p:cBhvr>
                                      <p:tavLst>
                                        <p:tav tm="0">
                                          <p:val>
                                            <p:strVal val="1+#ppt_h/2"/>
                                          </p:val>
                                        </p:tav>
                                        <p:tav tm="100000">
                                          <p:val>
                                            <p:strVal val="#ppt_y"/>
                                          </p:val>
                                        </p:tav>
                                      </p:tavLst>
                                    </p:anim>
                                  </p:childTnLst>
                                </p:cTn>
                              </p:par>
                            </p:childTnLst>
                          </p:cTn>
                        </p:par>
                        <p:par>
                          <p:cTn id="9" fill="hold">
                            <p:stCondLst>
                              <p:cond delay="2500"/>
                            </p:stCondLst>
                            <p:childTnLst>
                              <p:par>
                                <p:cTn id="10" presetID="2" presetClass="entr" presetSubtype="4" fill="hold" nodeType="afterEffect">
                                  <p:stCondLst>
                                    <p:cond delay="1500"/>
                                  </p:stCondLst>
                                  <p:childTnLst>
                                    <p:set>
                                      <p:cBhvr>
                                        <p:cTn id="11" dur="1" fill="hold">
                                          <p:stCondLst>
                                            <p:cond delay="0"/>
                                          </p:stCondLst>
                                        </p:cTn>
                                        <p:tgtEl>
                                          <p:spTgt spid="21507">
                                            <p:txEl>
                                              <p:charRg st="35" end="80"/>
                                            </p:txEl>
                                          </p:spTgt>
                                        </p:tgtEl>
                                        <p:attrNameLst>
                                          <p:attrName>style.visibility</p:attrName>
                                        </p:attrNameLst>
                                      </p:cBhvr>
                                      <p:to>
                                        <p:strVal val="visible"/>
                                      </p:to>
                                    </p:set>
                                    <p:anim calcmode="lin" valueType="num">
                                      <p:cBhvr additive="base">
                                        <p:cTn id="12" dur="500" fill="hold"/>
                                        <p:tgtEl>
                                          <p:spTgt spid="21507">
                                            <p:txEl>
                                              <p:charRg st="35" end="8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1507">
                                            <p:txEl>
                                              <p:charRg st="35" end="8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4500"/>
                            </p:stCondLst>
                            <p:childTnLst>
                              <p:par>
                                <p:cTn id="15" presetID="15" presetClass="entr" presetSubtype="0" fill="hold" nodeType="afterEffect">
                                  <p:stCondLst>
                                    <p:cond delay="1500"/>
                                  </p:stCondLst>
                                  <p:childTnLst>
                                    <p:set>
                                      <p:cBhvr>
                                        <p:cTn id="16" dur="1" fill="hold">
                                          <p:stCondLst>
                                            <p:cond delay="0"/>
                                          </p:stCondLst>
                                        </p:cTn>
                                        <p:tgtEl>
                                          <p:spTgt spid="21507">
                                            <p:txEl>
                                              <p:charRg st="80" end="120"/>
                                            </p:txEl>
                                          </p:spTgt>
                                        </p:tgtEl>
                                        <p:attrNameLst>
                                          <p:attrName>style.visibility</p:attrName>
                                        </p:attrNameLst>
                                      </p:cBhvr>
                                      <p:to>
                                        <p:strVal val="visible"/>
                                      </p:to>
                                    </p:set>
                                    <p:anim calcmode="lin" valueType="num">
                                      <p:cBhvr>
                                        <p:cTn id="17" dur="1000" fill="hold"/>
                                        <p:tgtEl>
                                          <p:spTgt spid="21507">
                                            <p:txEl>
                                              <p:charRg st="80" end="120"/>
                                            </p:txEl>
                                          </p:spTgt>
                                        </p:tgtEl>
                                        <p:attrNameLst>
                                          <p:attrName>ppt_w</p:attrName>
                                        </p:attrNameLst>
                                      </p:cBhvr>
                                      <p:tavLst>
                                        <p:tav tm="0">
                                          <p:val>
                                            <p:fltVal val="0.000000"/>
                                          </p:val>
                                        </p:tav>
                                        <p:tav tm="100000">
                                          <p:val>
                                            <p:strVal val="#ppt_w"/>
                                          </p:val>
                                        </p:tav>
                                      </p:tavLst>
                                    </p:anim>
                                    <p:anim calcmode="lin" valueType="num">
                                      <p:cBhvr>
                                        <p:cTn id="18" dur="1000" fill="hold"/>
                                        <p:tgtEl>
                                          <p:spTgt spid="21507">
                                            <p:txEl>
                                              <p:charRg st="80" end="120"/>
                                            </p:txEl>
                                          </p:spTgt>
                                        </p:tgtEl>
                                        <p:attrNameLst>
                                          <p:attrName>ppt_h</p:attrName>
                                        </p:attrNameLst>
                                      </p:cBhvr>
                                      <p:tavLst>
                                        <p:tav tm="0">
                                          <p:val>
                                            <p:fltVal val="0.000000"/>
                                          </p:val>
                                        </p:tav>
                                        <p:tav tm="100000">
                                          <p:val>
                                            <p:strVal val="#ppt_h"/>
                                          </p:val>
                                        </p:tav>
                                      </p:tavLst>
                                    </p:anim>
                                    <p:anim calcmode="lin" valueType="num">
                                      <p:cBhvr>
                                        <p:cTn id="19" dur="1000" fill="hold"/>
                                        <p:tgtEl>
                                          <p:spTgt spid="21507">
                                            <p:txEl>
                                              <p:charRg st="80" end="120"/>
                                            </p:txEl>
                                          </p:spTgt>
                                        </p:tgtEl>
                                        <p:attrNameLst>
                                          <p:attrName>ppt_x</p:attrName>
                                        </p:attrNameLst>
                                      </p:cBhvr>
                                      <p:tavLst>
                                        <p:tav tm="0" fmla="#ppt_x+(cos(-2*pi*(1-$))*-#ppt_x-sin(-2*pi*(1-$))*(1-#ppt_y))*(1-$)">
                                          <p:val>
                                            <p:fltVal val="0.000000"/>
                                          </p:val>
                                        </p:tav>
                                        <p:tav tm="100000">
                                          <p:val>
                                            <p:fltVal val="1.000000"/>
                                          </p:val>
                                        </p:tav>
                                      </p:tavLst>
                                    </p:anim>
                                    <p:anim calcmode="lin" valueType="num">
                                      <p:cBhvr>
                                        <p:cTn id="20" dur="1000" fill="hold"/>
                                        <p:tgtEl>
                                          <p:spTgt spid="21507">
                                            <p:txEl>
                                              <p:charRg st="80" end="120"/>
                                            </p:txEl>
                                          </p:spTgt>
                                        </p:tgtEl>
                                        <p:attrNameLst>
                                          <p:attrName>ppt_y</p:attrName>
                                        </p:attrNameLst>
                                      </p:cBhvr>
                                      <p:tavLst>
                                        <p:tav tm="0" fmla="#ppt_y+(sin(-2*pi*(1-$))*-#ppt_x+cos(-2*pi*(1-$))*(1-#ppt_y))*(1-$)">
                                          <p:val>
                                            <p:fltVal val="0.000000"/>
                                          </p:val>
                                        </p:tav>
                                        <p:tav tm="100000">
                                          <p:val>
                                            <p:fltVal val="1.000000"/>
                                          </p:val>
                                        </p:tav>
                                      </p:tavLst>
                                    </p:anim>
                                  </p:childTnLst>
                                </p:cTn>
                              </p:par>
                            </p:childTnLst>
                          </p:cTn>
                        </p:par>
                        <p:par>
                          <p:cTn id="21" fill="hold">
                            <p:stCondLst>
                              <p:cond delay="7000"/>
                            </p:stCondLst>
                            <p:childTnLst>
                              <p:par>
                                <p:cTn id="22" presetID="15" presetClass="entr" presetSubtype="0" fill="hold" nodeType="afterEffect">
                                  <p:stCondLst>
                                    <p:cond delay="1500"/>
                                  </p:stCondLst>
                                  <p:childTnLst>
                                    <p:set>
                                      <p:cBhvr>
                                        <p:cTn id="23" dur="1" fill="hold">
                                          <p:stCondLst>
                                            <p:cond delay="0"/>
                                          </p:stCondLst>
                                        </p:cTn>
                                        <p:tgtEl>
                                          <p:spTgt spid="21507">
                                            <p:txEl>
                                              <p:charRg st="120" end="173"/>
                                            </p:txEl>
                                          </p:spTgt>
                                        </p:tgtEl>
                                        <p:attrNameLst>
                                          <p:attrName>style.visibility</p:attrName>
                                        </p:attrNameLst>
                                      </p:cBhvr>
                                      <p:to>
                                        <p:strVal val="visible"/>
                                      </p:to>
                                    </p:set>
                                    <p:anim calcmode="lin" valueType="num">
                                      <p:cBhvr>
                                        <p:cTn id="24" dur="1000" fill="hold"/>
                                        <p:tgtEl>
                                          <p:spTgt spid="21507">
                                            <p:txEl>
                                              <p:charRg st="120" end="173"/>
                                            </p:txEl>
                                          </p:spTgt>
                                        </p:tgtEl>
                                        <p:attrNameLst>
                                          <p:attrName>ppt_w</p:attrName>
                                        </p:attrNameLst>
                                      </p:cBhvr>
                                      <p:tavLst>
                                        <p:tav tm="0">
                                          <p:val>
                                            <p:fltVal val="0.000000"/>
                                          </p:val>
                                        </p:tav>
                                        <p:tav tm="100000">
                                          <p:val>
                                            <p:strVal val="#ppt_w"/>
                                          </p:val>
                                        </p:tav>
                                      </p:tavLst>
                                    </p:anim>
                                    <p:anim calcmode="lin" valueType="num">
                                      <p:cBhvr>
                                        <p:cTn id="25" dur="1000" fill="hold"/>
                                        <p:tgtEl>
                                          <p:spTgt spid="21507">
                                            <p:txEl>
                                              <p:charRg st="120" end="173"/>
                                            </p:txEl>
                                          </p:spTgt>
                                        </p:tgtEl>
                                        <p:attrNameLst>
                                          <p:attrName>ppt_h</p:attrName>
                                        </p:attrNameLst>
                                      </p:cBhvr>
                                      <p:tavLst>
                                        <p:tav tm="0">
                                          <p:val>
                                            <p:fltVal val="0.000000"/>
                                          </p:val>
                                        </p:tav>
                                        <p:tav tm="100000">
                                          <p:val>
                                            <p:strVal val="#ppt_h"/>
                                          </p:val>
                                        </p:tav>
                                      </p:tavLst>
                                    </p:anim>
                                    <p:anim calcmode="lin" valueType="num">
                                      <p:cBhvr>
                                        <p:cTn id="26" dur="1000" fill="hold"/>
                                        <p:tgtEl>
                                          <p:spTgt spid="21507">
                                            <p:txEl>
                                              <p:charRg st="120" end="173"/>
                                            </p:txEl>
                                          </p:spTgt>
                                        </p:tgtEl>
                                        <p:attrNameLst>
                                          <p:attrName>ppt_x</p:attrName>
                                        </p:attrNameLst>
                                      </p:cBhvr>
                                      <p:tavLst>
                                        <p:tav tm="0" fmla="#ppt_x+(cos(-2*pi*(1-$))*-#ppt_x-sin(-2*pi*(1-$))*(1-#ppt_y))*(1-$)">
                                          <p:val>
                                            <p:fltVal val="0.000000"/>
                                          </p:val>
                                        </p:tav>
                                        <p:tav tm="100000">
                                          <p:val>
                                            <p:fltVal val="1.000000"/>
                                          </p:val>
                                        </p:tav>
                                      </p:tavLst>
                                    </p:anim>
                                    <p:anim calcmode="lin" valueType="num">
                                      <p:cBhvr>
                                        <p:cTn id="27" dur="1000" fill="hold"/>
                                        <p:tgtEl>
                                          <p:spTgt spid="21507">
                                            <p:txEl>
                                              <p:charRg st="120" end="173"/>
                                            </p:txEl>
                                          </p:spTgt>
                                        </p:tgtEl>
                                        <p:attrNameLst>
                                          <p:attrName>ppt_y</p:attrName>
                                        </p:attrNameLst>
                                      </p:cBhvr>
                                      <p:tavLst>
                                        <p:tav tm="0" fmla="#ppt_y+(sin(-2*pi*(1-$))*-#ppt_x+cos(-2*pi*(1-$))*(1-#ppt_y))*(1-$)">
                                          <p:val>
                                            <p:fltVal val="0.000000"/>
                                          </p:val>
                                        </p:tav>
                                        <p:tav tm="100000">
                                          <p:val>
                                            <p:fltVal val="1.000000"/>
                                          </p:val>
                                        </p:tav>
                                      </p:tavLst>
                                    </p:anim>
                                  </p:childTnLst>
                                </p:cTn>
                              </p:par>
                            </p:childTnLst>
                          </p:cTn>
                        </p:par>
                        <p:par>
                          <p:cTn id="28" fill="hold">
                            <p:stCondLst>
                              <p:cond delay="9500"/>
                            </p:stCondLst>
                            <p:childTnLst>
                              <p:par>
                                <p:cTn id="29" presetID="39" presetClass="entr" presetSubtype="0" accel="100000" fill="hold" nodeType="afterEffect">
                                  <p:stCondLst>
                                    <p:cond delay="1500"/>
                                  </p:stCondLst>
                                  <p:childTnLst>
                                    <p:set>
                                      <p:cBhvr>
                                        <p:cTn id="30" dur="1" fill="hold">
                                          <p:stCondLst>
                                            <p:cond delay="0"/>
                                          </p:stCondLst>
                                        </p:cTn>
                                        <p:tgtEl>
                                          <p:spTgt spid="21507">
                                            <p:txEl>
                                              <p:charRg st="173" end="206"/>
                                            </p:txEl>
                                          </p:spTgt>
                                        </p:tgtEl>
                                        <p:attrNameLst>
                                          <p:attrName>style.visibility</p:attrName>
                                        </p:attrNameLst>
                                      </p:cBhvr>
                                      <p:to>
                                        <p:strVal val="visible"/>
                                      </p:to>
                                    </p:set>
                                    <p:anim calcmode="lin" valueType="num">
                                      <p:cBhvr>
                                        <p:cTn id="31" dur="500" fill="hold"/>
                                        <p:tgtEl>
                                          <p:spTgt spid="21507">
                                            <p:txEl>
                                              <p:charRg st="173" end="206"/>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32" dur="500" fill="hold"/>
                                        <p:tgtEl>
                                          <p:spTgt spid="21507">
                                            <p:txEl>
                                              <p:charRg st="173" end="206"/>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3" dur="500" fill="hold"/>
                                        <p:tgtEl>
                                          <p:spTgt spid="21507">
                                            <p:txEl>
                                              <p:charRg st="173" end="206"/>
                                            </p:txEl>
                                          </p:spTgt>
                                        </p:tgtEl>
                                        <p:attrNameLst>
                                          <p:attrName>ppt_x</p:attrName>
                                        </p:attrNameLst>
                                      </p:cBhvr>
                                      <p:tavLst>
                                        <p:tav tm="0">
                                          <p:val>
                                            <p:strVal val="#ppt_x-.3"/>
                                          </p:val>
                                        </p:tav>
                                        <p:tav tm="50000">
                                          <p:val>
                                            <p:strVal val="#ppt_x"/>
                                          </p:val>
                                        </p:tav>
                                        <p:tav tm="100000">
                                          <p:val>
                                            <p:strVal val="#ppt_x"/>
                                          </p:val>
                                        </p:tav>
                                      </p:tavLst>
                                    </p:anim>
                                    <p:anim calcmode="lin" valueType="num">
                                      <p:cBhvr>
                                        <p:cTn id="34" dur="500" fill="hold"/>
                                        <p:tgtEl>
                                          <p:spTgt spid="21507">
                                            <p:txEl>
                                              <p:charRg st="173" end="20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22529"/>
          <p:cNvSpPr>
            <a:spLocks noGrp="1"/>
          </p:cNvSpPr>
          <p:nvPr>
            <p:ph type="title"/>
          </p:nvPr>
        </p:nvSpPr>
        <p:spPr>
          <a:ln/>
        </p:spPr>
        <p:txBody>
          <a:bodyPr anchor="b" anchorCtr="0"/>
          <a:p>
            <a:r>
              <a:rPr lang="en-US" altLang="zh-CN"/>
              <a:t>Slide Transitions</a:t>
            </a:r>
            <a:endParaRPr lang="en-US" altLang="zh-CN"/>
          </a:p>
        </p:txBody>
      </p:sp>
      <p:sp>
        <p:nvSpPr>
          <p:cNvPr id="22531" name="文本占位符 22530"/>
          <p:cNvSpPr>
            <a:spLocks noGrp="1"/>
          </p:cNvSpPr>
          <p:nvPr>
            <p:ph type="body" idx="1"/>
          </p:nvPr>
        </p:nvSpPr>
        <p:spPr>
          <a:ln/>
        </p:spPr>
        <p:txBody>
          <a:bodyPr/>
          <a:p>
            <a:r>
              <a:rPr lang="en-US" altLang="zh-CN"/>
              <a:t>While Working with the Slide you Wish to Transition into, go to “Slide Show” and select “Slide Transitions”</a:t>
            </a:r>
            <a:endParaRPr lang="en-US" altLang="zh-CN"/>
          </a:p>
          <a:p>
            <a:r>
              <a:rPr lang="en-US" altLang="zh-CN"/>
              <a:t>A List of Available Transitions will Appear on the Right </a:t>
            </a:r>
            <a:r>
              <a:rPr lang="en-US" altLang="zh-CN">
                <a:sym typeface="Wingdings" panose="05000000000000000000" pitchFamily="2" charset="2"/>
              </a:rPr>
              <a:t></a:t>
            </a:r>
            <a:endParaRPr lang="en-US" altLang="zh-CN">
              <a:sym typeface="Wingdings" panose="05000000000000000000" pitchFamily="2" charset="2"/>
            </a:endParaRPr>
          </a:p>
          <a:p>
            <a:r>
              <a:rPr lang="en-US" altLang="zh-CN">
                <a:sym typeface="Wingdings" panose="05000000000000000000" pitchFamily="2" charset="2"/>
              </a:rPr>
              <a:t>Once you Select your Transition, you can Change the </a:t>
            </a:r>
            <a:r>
              <a:rPr lang="en-US" altLang="zh-CN"/>
              <a:t>Speed or Even Add Sound!</a:t>
            </a:r>
            <a:endParaRPr lang="en-US" altLang="zh-CN"/>
          </a:p>
        </p:txBody>
      </p:sp>
      <p:sp>
        <p:nvSpPr>
          <p:cNvPr id="22532"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transition>
    <p:push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24577"/>
          <p:cNvSpPr>
            <a:spLocks noGrp="1"/>
          </p:cNvSpPr>
          <p:nvPr>
            <p:ph type="title"/>
          </p:nvPr>
        </p:nvSpPr>
        <p:spPr>
          <a:ln/>
        </p:spPr>
        <p:txBody>
          <a:bodyPr anchor="b" anchorCtr="0"/>
          <a:p>
            <a:r>
              <a:rPr lang="en-US" altLang="zh-CN"/>
              <a:t>Using “Canned” Sounds</a:t>
            </a:r>
            <a:endParaRPr lang="en-US" altLang="zh-CN"/>
          </a:p>
        </p:txBody>
      </p:sp>
      <p:sp>
        <p:nvSpPr>
          <p:cNvPr id="24579" name="文本占位符 24578"/>
          <p:cNvSpPr>
            <a:spLocks noGrp="1"/>
          </p:cNvSpPr>
          <p:nvPr>
            <p:ph type="body" idx="1"/>
          </p:nvPr>
        </p:nvSpPr>
        <p:spPr>
          <a:ln/>
        </p:spPr>
        <p:txBody>
          <a:bodyPr/>
          <a:p>
            <a:pPr>
              <a:lnSpc>
                <a:spcPct val="90000"/>
              </a:lnSpc>
            </a:pPr>
            <a:r>
              <a:rPr lang="en-US" altLang="zh-CN"/>
              <a:t>To Add a Sound Clip to Your Slide, go to “Insert” and Extend the Menu if Necessary</a:t>
            </a:r>
            <a:endParaRPr lang="en-US" altLang="zh-CN"/>
          </a:p>
          <a:p>
            <a:pPr>
              <a:lnSpc>
                <a:spcPct val="90000"/>
              </a:lnSpc>
            </a:pPr>
            <a:r>
              <a:rPr lang="en-US" altLang="zh-CN"/>
              <a:t>Place your Mouse over “Movies and Sounds”</a:t>
            </a:r>
            <a:endParaRPr lang="en-US" altLang="zh-CN"/>
          </a:p>
          <a:p>
            <a:pPr>
              <a:lnSpc>
                <a:spcPct val="90000"/>
              </a:lnSpc>
            </a:pPr>
            <a:r>
              <a:rPr lang="en-US" altLang="zh-CN"/>
              <a:t>Select “Sound From Clip Organizer” to use the “canned sounds” provided by Office</a:t>
            </a:r>
            <a:endParaRPr lang="en-US" altLang="zh-CN"/>
          </a:p>
          <a:p>
            <a:pPr>
              <a:lnSpc>
                <a:spcPct val="90000"/>
              </a:lnSpc>
            </a:pPr>
            <a:r>
              <a:rPr lang="en-US" altLang="zh-CN"/>
              <a:t>Select Your Sound to the Right </a:t>
            </a:r>
            <a:r>
              <a:rPr lang="en-US" altLang="zh-CN">
                <a:sym typeface="Wingdings" panose="05000000000000000000" pitchFamily="2" charset="2"/>
              </a:rPr>
              <a:t> and then Choose Whether to Play it Automatically or on Click</a:t>
            </a:r>
            <a:endParaRPr lang="en-US" altLang="zh-CN"/>
          </a:p>
        </p:txBody>
      </p:sp>
      <p:pic>
        <p:nvPicPr>
          <p:cNvPr id="24583" name="j0214098.wav">
            <a:hlinkClick r:id="" action="ppaction://media"/>
          </p:cNvPr>
          <p:cNvPicPr>
            <a:picLocks noRot="1" noChangeAspect="1"/>
          </p:cNvPicPr>
          <p:nvPr>
            <a:wavAudioFile r:embed="rId1" name="j0214098.wav"/>
          </p:nvPr>
        </p:nvPicPr>
        <p:blipFill>
          <a:blip r:embed="rId2"/>
          <a:stretch>
            <a:fillRect/>
          </a:stretch>
        </p:blipFill>
        <p:spPr>
          <a:xfrm>
            <a:off x="8305800" y="304800"/>
            <a:ext cx="304800" cy="304800"/>
          </a:xfrm>
          <a:prstGeom prst="rect">
            <a:avLst/>
          </a:prstGeom>
          <a:noFill/>
          <a:ln w="9525">
            <a:noFill/>
          </a:ln>
        </p:spPr>
      </p:pic>
      <p:sp>
        <p:nvSpPr>
          <p:cNvPr id="24584" name="FlagCount" hidden="1">
            <a:hlinkClick r:id="rId3"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transition>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745" fill="hold"/>
                                        <p:tgtEl>
                                          <p:spTgt spid="2458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2458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25601"/>
          <p:cNvSpPr>
            <a:spLocks noGrp="1"/>
          </p:cNvSpPr>
          <p:nvPr>
            <p:ph type="title"/>
          </p:nvPr>
        </p:nvSpPr>
        <p:spPr>
          <a:ln/>
        </p:spPr>
        <p:txBody>
          <a:bodyPr anchor="b" anchorCtr="0"/>
          <a:p>
            <a:r>
              <a:rPr lang="en-US" altLang="zh-CN"/>
              <a:t>Using Sound Files</a:t>
            </a:r>
            <a:endParaRPr lang="en-US" altLang="zh-CN"/>
          </a:p>
        </p:txBody>
      </p:sp>
      <p:sp>
        <p:nvSpPr>
          <p:cNvPr id="25603" name="文本占位符 25602"/>
          <p:cNvSpPr>
            <a:spLocks noGrp="1"/>
          </p:cNvSpPr>
          <p:nvPr>
            <p:ph type="body" idx="1"/>
          </p:nvPr>
        </p:nvSpPr>
        <p:spPr>
          <a:ln/>
        </p:spPr>
        <p:txBody>
          <a:bodyPr/>
          <a:p>
            <a:r>
              <a:rPr lang="en-US" altLang="zh-CN"/>
              <a:t>To Use a Sound File of Your Own, Follow the Same Process Except this time Select “Sound From File”</a:t>
            </a:r>
            <a:endParaRPr lang="en-US" altLang="zh-CN"/>
          </a:p>
          <a:p>
            <a:r>
              <a:rPr lang="en-US" altLang="zh-CN"/>
              <a:t>Choose the File from the File Browser</a:t>
            </a:r>
            <a:endParaRPr lang="en-US" altLang="zh-CN"/>
          </a:p>
          <a:p>
            <a:r>
              <a:rPr lang="en-US" altLang="zh-CN"/>
              <a:t>Notice a Small Speaker Icon is Inserted with any Sound, This WILL BE VISIBLE during the Slide Show so Position it Accordingly</a:t>
            </a:r>
            <a:endParaRPr lang="en-US" altLang="zh-CN"/>
          </a:p>
        </p:txBody>
      </p:sp>
      <p:pic>
        <p:nvPicPr>
          <p:cNvPr id="25604" name="图片 25603" descr="HAL-Console"/>
          <p:cNvPicPr>
            <a:picLocks noChangeAspect="1"/>
          </p:cNvPicPr>
          <p:nvPr/>
        </p:nvPicPr>
        <p:blipFill>
          <a:blip r:embed="rId1"/>
          <a:stretch>
            <a:fillRect/>
          </a:stretch>
        </p:blipFill>
        <p:spPr>
          <a:xfrm>
            <a:off x="5257800" y="152400"/>
            <a:ext cx="3657600" cy="2286000"/>
          </a:xfrm>
          <a:prstGeom prst="rect">
            <a:avLst/>
          </a:prstGeom>
          <a:noFill/>
          <a:ln w="9525">
            <a:noFill/>
          </a:ln>
        </p:spPr>
      </p:pic>
      <p:pic>
        <p:nvPicPr>
          <p:cNvPr id="25605" name="disconnect_hal.wav">
            <a:hlinkClick r:id="" action="ppaction://media"/>
          </p:cNvPr>
          <p:cNvPicPr>
            <a:picLocks noRot="1" noChangeAspect="1"/>
          </p:cNvPicPr>
          <p:nvPr>
            <a:wavAudioFile r:embed="rId2" name="disconnect_hal.wav"/>
          </p:nvPr>
        </p:nvPicPr>
        <p:blipFill>
          <a:blip r:embed="rId3"/>
          <a:stretch>
            <a:fillRect/>
          </a:stretch>
        </p:blipFill>
        <p:spPr>
          <a:xfrm>
            <a:off x="6934200" y="381000"/>
            <a:ext cx="304800" cy="304800"/>
          </a:xfrm>
          <a:prstGeom prst="rect">
            <a:avLst/>
          </a:prstGeom>
          <a:noFill/>
          <a:ln w="9525">
            <a:noFill/>
          </a:ln>
        </p:spPr>
      </p:pic>
      <p:sp>
        <p:nvSpPr>
          <p:cNvPr id="25606" name="动作按钮: 前进或下一项 25605">
            <a:hlinkClick r:id="rId4" action="ppaction://hlinksldjump"/>
          </p:cNvPr>
          <p:cNvSpPr/>
          <p:nvPr/>
        </p:nvSpPr>
        <p:spPr>
          <a:xfrm>
            <a:off x="7848600" y="6172200"/>
            <a:ext cx="533400" cy="457200"/>
          </a:xfrm>
          <a:prstGeom prst="actionButtonForwardNext">
            <a:avLst/>
          </a:prstGeom>
          <a:solidFill>
            <a:srgbClr val="00FF00"/>
          </a:solidFill>
          <a:ln w="9525">
            <a:noFill/>
          </a:ln>
        </p:spPr>
        <p:txBody>
          <a:bodyPr/>
          <a:p>
            <a:endParaRPr lang="zh-CN" altLang="en-US"/>
          </a:p>
        </p:txBody>
      </p:sp>
      <p:sp>
        <p:nvSpPr>
          <p:cNvPr id="25607" name="文本框 25606"/>
          <p:cNvSpPr txBox="1"/>
          <p:nvPr/>
        </p:nvSpPr>
        <p:spPr>
          <a:xfrm>
            <a:off x="4191000" y="6248400"/>
            <a:ext cx="3657600" cy="366713"/>
          </a:xfrm>
          <a:prstGeom prst="rect">
            <a:avLst/>
          </a:prstGeom>
          <a:noFill/>
          <a:ln w="9525">
            <a:noFill/>
          </a:ln>
        </p:spPr>
        <p:txBody>
          <a:bodyPr>
            <a:spAutoFit/>
          </a:bodyPr>
          <a:p>
            <a:pPr>
              <a:spcBef>
                <a:spcPct val="50000"/>
              </a:spcBef>
            </a:pPr>
            <a:r>
              <a:rPr lang="en-US" altLang="zh-CN"/>
              <a:t>Jump Back To “Action Buttons”…</a:t>
            </a:r>
            <a:endParaRPr lang="en-US" altLang="zh-CN"/>
          </a:p>
        </p:txBody>
      </p:sp>
      <p:sp>
        <p:nvSpPr>
          <p:cNvPr id="25608" name="FlagCount" hidden="1">
            <a:hlinkClick r:id="rId5"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560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7290" fill="hold"/>
                                        <p:tgtEl>
                                          <p:spTgt spid="25605"/>
                                        </p:tgtEl>
                                      </p:cBhvr>
                                    </p:cmd>
                                  </p:childTnLst>
                                </p:cTn>
                              </p:par>
                            </p:childTnLst>
                          </p:cTn>
                        </p:par>
                      </p:childTnLst>
                    </p:cTn>
                  </p:par>
                </p:childTnLst>
              </p:cTn>
              <p:nextCondLst>
                <p:cond evt="onClick" delay="0">
                  <p:tgtEl>
                    <p:spTgt spid="25605"/>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25605"/>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33793"/>
          <p:cNvSpPr>
            <a:spLocks noGrp="1"/>
          </p:cNvSpPr>
          <p:nvPr>
            <p:ph type="title"/>
          </p:nvPr>
        </p:nvSpPr>
        <p:spPr>
          <a:ln/>
        </p:spPr>
        <p:txBody>
          <a:bodyPr anchor="b" anchorCtr="0"/>
          <a:p>
            <a:r>
              <a:rPr lang="en-US" altLang="zh-CN"/>
              <a:t>AutoShapes</a:t>
            </a:r>
            <a:endParaRPr lang="en-US" altLang="zh-CN"/>
          </a:p>
        </p:txBody>
      </p:sp>
      <p:sp>
        <p:nvSpPr>
          <p:cNvPr id="33795" name="文本占位符 33794"/>
          <p:cNvSpPr>
            <a:spLocks noGrp="1"/>
          </p:cNvSpPr>
          <p:nvPr>
            <p:ph type="body" idx="1"/>
          </p:nvPr>
        </p:nvSpPr>
        <p:spPr>
          <a:ln/>
        </p:spPr>
        <p:txBody>
          <a:bodyPr/>
          <a:p>
            <a:pPr>
              <a:lnSpc>
                <a:spcPct val="80000"/>
              </a:lnSpc>
            </a:pPr>
            <a:r>
              <a:rPr lang="en-US" altLang="zh-CN" sz="2000"/>
              <a:t>AutoShapes are Convenient for Making Quick Illustrations or Diagrams such as Flow Charts</a:t>
            </a:r>
            <a:endParaRPr lang="en-US" altLang="zh-CN" sz="2000"/>
          </a:p>
          <a:p>
            <a:pPr>
              <a:lnSpc>
                <a:spcPct val="80000"/>
              </a:lnSpc>
            </a:pPr>
            <a:r>
              <a:rPr lang="en-US" altLang="zh-CN" sz="2000"/>
              <a:t>Go to “Insert” and place your Mouse Over “Picture”</a:t>
            </a:r>
            <a:endParaRPr lang="en-US" altLang="zh-CN" sz="2000"/>
          </a:p>
          <a:p>
            <a:pPr>
              <a:lnSpc>
                <a:spcPct val="80000"/>
              </a:lnSpc>
            </a:pPr>
            <a:r>
              <a:rPr lang="en-US" altLang="zh-CN" sz="2000"/>
              <a:t>Select “AutoShapes” and a Small Floating Menu Will Appear in the Editing Area</a:t>
            </a:r>
            <a:endParaRPr lang="en-US" altLang="zh-CN" sz="2000"/>
          </a:p>
          <a:p>
            <a:pPr>
              <a:lnSpc>
                <a:spcPct val="80000"/>
              </a:lnSpc>
            </a:pPr>
            <a:r>
              <a:rPr lang="en-US" altLang="zh-CN" sz="2000"/>
              <a:t>Click on a Category of AutoShapes to see what Shapes are Available</a:t>
            </a:r>
            <a:endParaRPr lang="en-US" altLang="zh-CN" sz="2000"/>
          </a:p>
          <a:p>
            <a:pPr>
              <a:lnSpc>
                <a:spcPct val="80000"/>
              </a:lnSpc>
            </a:pPr>
            <a:r>
              <a:rPr lang="en-US" altLang="zh-CN" sz="2000"/>
              <a:t>Click the Desired Shape from the Drop-Down and Draw it on Your Screen</a:t>
            </a:r>
            <a:endParaRPr lang="en-US" altLang="zh-CN" sz="2000"/>
          </a:p>
          <a:p>
            <a:pPr>
              <a:lnSpc>
                <a:spcPct val="80000"/>
              </a:lnSpc>
            </a:pPr>
            <a:r>
              <a:rPr lang="en-US" altLang="zh-CN" sz="2000"/>
              <a:t>After Drawing an AutoShape, you and Position and Resize it as you Please</a:t>
            </a:r>
            <a:endParaRPr lang="en-US" altLang="zh-CN" sz="2000"/>
          </a:p>
          <a:p>
            <a:pPr>
              <a:lnSpc>
                <a:spcPct val="80000"/>
              </a:lnSpc>
            </a:pPr>
            <a:r>
              <a:rPr lang="en-US" altLang="zh-CN" sz="2000"/>
              <a:t>Double-Click on an AutoShape to Change its Color and Other Options</a:t>
            </a:r>
            <a:endParaRPr lang="en-US" altLang="zh-CN" sz="2000"/>
          </a:p>
          <a:p>
            <a:pPr>
              <a:lnSpc>
                <a:spcPct val="80000"/>
              </a:lnSpc>
              <a:buNone/>
            </a:pPr>
            <a:endParaRPr lang="en-US" altLang="zh-CN" sz="2000"/>
          </a:p>
        </p:txBody>
      </p:sp>
      <p:sp>
        <p:nvSpPr>
          <p:cNvPr id="33796" name="笑脸 33795"/>
          <p:cNvSpPr/>
          <p:nvPr/>
        </p:nvSpPr>
        <p:spPr>
          <a:xfrm>
            <a:off x="7620000" y="1066800"/>
            <a:ext cx="685800" cy="685800"/>
          </a:xfrm>
          <a:prstGeom prst="smileyFace">
            <a:avLst>
              <a:gd name="adj" fmla="val 4653"/>
            </a:avLst>
          </a:prstGeom>
          <a:solidFill>
            <a:srgbClr val="FFFF00"/>
          </a:solidFill>
          <a:ln w="9525" cap="flat" cmpd="sng">
            <a:solidFill>
              <a:srgbClr val="000000"/>
            </a:solidFill>
            <a:prstDash val="solid"/>
            <a:headEnd type="none" w="med" len="med"/>
            <a:tailEnd type="none" w="med" len="med"/>
          </a:ln>
        </p:spPr>
        <p:txBody>
          <a:bodyPr/>
          <a:p>
            <a:endParaRPr lang="zh-CN" altLang="en-US"/>
          </a:p>
        </p:txBody>
      </p:sp>
      <p:sp>
        <p:nvSpPr>
          <p:cNvPr id="33797" name="十字形 33796"/>
          <p:cNvSpPr/>
          <p:nvPr/>
        </p:nvSpPr>
        <p:spPr>
          <a:xfrm>
            <a:off x="4648200" y="1066800"/>
            <a:ext cx="685800" cy="685800"/>
          </a:xfrm>
          <a:prstGeom prst="plus">
            <a:avLst>
              <a:gd name="adj" fmla="val 25000"/>
            </a:avLst>
          </a:prstGeom>
          <a:solidFill>
            <a:srgbClr val="FF0000"/>
          </a:solidFill>
          <a:ln w="9525" cap="flat" cmpd="sng">
            <a:solidFill>
              <a:srgbClr val="FF0000"/>
            </a:solidFill>
            <a:prstDash val="solid"/>
            <a:miter/>
            <a:headEnd type="none" w="med" len="med"/>
            <a:tailEnd type="none" w="med" len="med"/>
          </a:ln>
        </p:spPr>
        <p:txBody>
          <a:bodyPr/>
          <a:p>
            <a:endParaRPr lang="zh-CN" altLang="en-US"/>
          </a:p>
        </p:txBody>
      </p:sp>
      <p:sp>
        <p:nvSpPr>
          <p:cNvPr id="33798" name="闪电形 33797"/>
          <p:cNvSpPr/>
          <p:nvPr/>
        </p:nvSpPr>
        <p:spPr>
          <a:xfrm>
            <a:off x="3733800" y="1066800"/>
            <a:ext cx="685800" cy="685800"/>
          </a:xfrm>
          <a:prstGeom prst="lightningBolt">
            <a:avLst/>
          </a:prstGeom>
          <a:solidFill>
            <a:srgbClr val="FFFF00"/>
          </a:solidFill>
          <a:ln w="9525" cap="flat" cmpd="sng">
            <a:solidFill>
              <a:srgbClr val="000000"/>
            </a:solidFill>
            <a:prstDash val="solid"/>
            <a:miter/>
            <a:headEnd type="none" w="med" len="med"/>
            <a:tailEnd type="none" w="med" len="med"/>
          </a:ln>
        </p:spPr>
        <p:txBody>
          <a:bodyPr/>
          <a:p>
            <a:endParaRPr lang="zh-CN" altLang="en-US"/>
          </a:p>
        </p:txBody>
      </p:sp>
      <p:sp>
        <p:nvSpPr>
          <p:cNvPr id="33799" name="上箭头 33798"/>
          <p:cNvSpPr/>
          <p:nvPr/>
        </p:nvSpPr>
        <p:spPr>
          <a:xfrm>
            <a:off x="5715000" y="1066800"/>
            <a:ext cx="685800" cy="685800"/>
          </a:xfrm>
          <a:prstGeom prst="upArrow">
            <a:avLst>
              <a:gd name="adj1" fmla="val 50000"/>
              <a:gd name="adj2" fmla="val 25000"/>
            </a:avLst>
          </a:prstGeom>
          <a:solidFill>
            <a:srgbClr val="00FF00"/>
          </a:solidFill>
          <a:ln w="9525" cap="flat" cmpd="sng">
            <a:solidFill>
              <a:srgbClr val="000000"/>
            </a:solidFill>
            <a:prstDash val="solid"/>
            <a:miter/>
            <a:headEnd type="none" w="med" len="med"/>
            <a:tailEnd type="none" w="med" len="med"/>
          </a:ln>
        </p:spPr>
        <p:txBody>
          <a:bodyPr/>
          <a:p>
            <a:endParaRPr lang="zh-CN" altLang="en-US"/>
          </a:p>
        </p:txBody>
      </p:sp>
      <p:sp>
        <p:nvSpPr>
          <p:cNvPr id="33800" name="任意多边形 33799"/>
          <p:cNvSpPr/>
          <p:nvPr/>
        </p:nvSpPr>
        <p:spPr>
          <a:xfrm>
            <a:off x="6705600" y="1066800"/>
            <a:ext cx="685800" cy="68580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17402" y="15492"/>
                </a:moveTo>
                <a:arcTo wR="8100" hR="8100" stAng="-19475930" swAng="-9648240"/>
                <a:close/>
                <a:moveTo>
                  <a:pt x="4197" y="6107"/>
                </a:moveTo>
                <a:arcTo wR="8100" hR="8100" stAng="-8675830" swAng="-9648240"/>
                <a:close/>
              </a:path>
            </a:pathLst>
          </a:custGeom>
          <a:solidFill>
            <a:srgbClr val="800000"/>
          </a:solidFill>
          <a:ln w="9525" cap="flat" cmpd="sng">
            <a:solidFill>
              <a:srgbClr val="000000"/>
            </a:solidFill>
            <a:prstDash val="solid"/>
            <a:miter/>
            <a:headEnd type="none" w="med" len="med"/>
            <a:tailEnd type="none" w="med" len="med"/>
          </a:ln>
        </p:spPr>
        <p:txBody>
          <a:bodyPr/>
          <a:p>
            <a:endParaRPr lang="zh-CN" altLang="en-US"/>
          </a:p>
        </p:txBody>
      </p:sp>
      <p:sp>
        <p:nvSpPr>
          <p:cNvPr id="33801"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26625"/>
          <p:cNvSpPr>
            <a:spLocks noGrp="1"/>
          </p:cNvSpPr>
          <p:nvPr>
            <p:ph type="title"/>
          </p:nvPr>
        </p:nvSpPr>
        <p:spPr>
          <a:ln/>
        </p:spPr>
        <p:txBody>
          <a:bodyPr anchor="b" anchorCtr="0"/>
          <a:p>
            <a:r>
              <a:rPr lang="en-US" altLang="zh-CN"/>
              <a:t>Advanced AutoShapes</a:t>
            </a:r>
            <a:endParaRPr lang="en-US" altLang="zh-CN"/>
          </a:p>
        </p:txBody>
      </p:sp>
      <p:grpSp>
        <p:nvGrpSpPr>
          <p:cNvPr id="26643" name="组合 26642"/>
          <p:cNvGrpSpPr/>
          <p:nvPr/>
        </p:nvGrpSpPr>
        <p:grpSpPr>
          <a:xfrm>
            <a:off x="1981200" y="4800600"/>
            <a:ext cx="1524000" cy="1143000"/>
            <a:chOff x="1488" y="2688"/>
            <a:chExt cx="960" cy="720"/>
          </a:xfrm>
        </p:grpSpPr>
        <p:sp>
          <p:nvSpPr>
            <p:cNvPr id="26628" name="流程图: 过程 26627"/>
            <p:cNvSpPr/>
            <p:nvPr/>
          </p:nvSpPr>
          <p:spPr>
            <a:xfrm>
              <a:off x="1488" y="2688"/>
              <a:ext cx="960" cy="720"/>
            </a:xfrm>
            <a:prstGeom prst="flowChartProcess">
              <a:avLst/>
            </a:prstGeom>
            <a:solidFill>
              <a:srgbClr val="993300"/>
            </a:solidFill>
            <a:ln w="9525" cap="flat" cmpd="sng">
              <a:solidFill>
                <a:schemeClr val="tx1"/>
              </a:solidFill>
              <a:prstDash val="solid"/>
              <a:miter/>
              <a:headEnd type="none" w="med" len="med"/>
              <a:tailEnd type="none" w="med" len="med"/>
            </a:ln>
          </p:spPr>
          <p:txBody>
            <a:bodyPr/>
            <a:p>
              <a:endParaRPr lang="zh-CN" altLang="en-US"/>
            </a:p>
          </p:txBody>
        </p:sp>
        <p:sp>
          <p:nvSpPr>
            <p:cNvPr id="26634" name="文本框 26633"/>
            <p:cNvSpPr txBox="1"/>
            <p:nvPr/>
          </p:nvSpPr>
          <p:spPr>
            <a:xfrm>
              <a:off x="1536" y="2928"/>
              <a:ext cx="864" cy="231"/>
            </a:xfrm>
            <a:prstGeom prst="rect">
              <a:avLst/>
            </a:prstGeom>
            <a:noFill/>
            <a:ln w="9525">
              <a:noFill/>
            </a:ln>
          </p:spPr>
          <p:txBody>
            <a:bodyPr>
              <a:spAutoFit/>
            </a:bodyPr>
            <a:p>
              <a:pPr>
                <a:spcBef>
                  <a:spcPct val="50000"/>
                </a:spcBef>
              </a:pPr>
              <a:r>
                <a:rPr lang="en-US" altLang="zh-CN">
                  <a:solidFill>
                    <a:schemeClr val="bg1"/>
                  </a:solidFill>
                </a:rPr>
                <a:t>Phase One</a:t>
              </a:r>
              <a:endParaRPr lang="en-US" altLang="zh-CN">
                <a:solidFill>
                  <a:schemeClr val="bg1"/>
                </a:solidFill>
              </a:endParaRPr>
            </a:p>
          </p:txBody>
        </p:sp>
      </p:grpSp>
      <p:grpSp>
        <p:nvGrpSpPr>
          <p:cNvPr id="26646" name="组合 26645"/>
          <p:cNvGrpSpPr/>
          <p:nvPr/>
        </p:nvGrpSpPr>
        <p:grpSpPr>
          <a:xfrm>
            <a:off x="5638800" y="4800600"/>
            <a:ext cx="1524000" cy="1143000"/>
            <a:chOff x="4080" y="2064"/>
            <a:chExt cx="960" cy="720"/>
          </a:xfrm>
        </p:grpSpPr>
        <p:sp>
          <p:nvSpPr>
            <p:cNvPr id="26630" name="流程图: 过程 26629"/>
            <p:cNvSpPr/>
            <p:nvPr/>
          </p:nvSpPr>
          <p:spPr>
            <a:xfrm>
              <a:off x="4080" y="2064"/>
              <a:ext cx="960" cy="720"/>
            </a:xfrm>
            <a:prstGeom prst="flowChartProcess">
              <a:avLst/>
            </a:prstGeom>
            <a:solidFill>
              <a:srgbClr val="00FF00"/>
            </a:solidFill>
            <a:ln w="9525" cap="flat" cmpd="sng">
              <a:solidFill>
                <a:schemeClr val="tx1"/>
              </a:solidFill>
              <a:prstDash val="solid"/>
              <a:miter/>
              <a:headEnd type="none" w="med" len="med"/>
              <a:tailEnd type="none" w="med" len="med"/>
            </a:ln>
          </p:spPr>
          <p:txBody>
            <a:bodyPr/>
            <a:p>
              <a:endParaRPr lang="zh-CN" altLang="en-US"/>
            </a:p>
          </p:txBody>
        </p:sp>
        <p:sp>
          <p:nvSpPr>
            <p:cNvPr id="26637" name="文本框 26636"/>
            <p:cNvSpPr txBox="1"/>
            <p:nvPr/>
          </p:nvSpPr>
          <p:spPr>
            <a:xfrm>
              <a:off x="4128" y="2304"/>
              <a:ext cx="864" cy="231"/>
            </a:xfrm>
            <a:prstGeom prst="rect">
              <a:avLst/>
            </a:prstGeom>
            <a:noFill/>
            <a:ln w="9525">
              <a:noFill/>
            </a:ln>
          </p:spPr>
          <p:txBody>
            <a:bodyPr>
              <a:spAutoFit/>
            </a:bodyPr>
            <a:p>
              <a:pPr>
                <a:spcBef>
                  <a:spcPct val="50000"/>
                </a:spcBef>
              </a:pPr>
              <a:r>
                <a:rPr lang="en-US" altLang="zh-CN">
                  <a:solidFill>
                    <a:schemeClr val="bg1"/>
                  </a:solidFill>
                </a:rPr>
                <a:t>Phase Two</a:t>
              </a:r>
              <a:endParaRPr lang="en-US" altLang="zh-CN">
                <a:solidFill>
                  <a:schemeClr val="bg1"/>
                </a:solidFill>
              </a:endParaRPr>
            </a:p>
          </p:txBody>
        </p:sp>
      </p:grpSp>
      <p:grpSp>
        <p:nvGrpSpPr>
          <p:cNvPr id="26645" name="组合 26644"/>
          <p:cNvGrpSpPr/>
          <p:nvPr/>
        </p:nvGrpSpPr>
        <p:grpSpPr>
          <a:xfrm>
            <a:off x="3505200" y="4724400"/>
            <a:ext cx="2133600" cy="1192213"/>
            <a:chOff x="2256" y="2304"/>
            <a:chExt cx="1344" cy="751"/>
          </a:xfrm>
        </p:grpSpPr>
        <p:grpSp>
          <p:nvGrpSpPr>
            <p:cNvPr id="26644" name="组合 26643"/>
            <p:cNvGrpSpPr/>
            <p:nvPr/>
          </p:nvGrpSpPr>
          <p:grpSpPr>
            <a:xfrm>
              <a:off x="2256" y="2496"/>
              <a:ext cx="1344" cy="384"/>
              <a:chOff x="2448" y="2832"/>
              <a:chExt cx="1344" cy="384"/>
            </a:xfrm>
          </p:grpSpPr>
          <p:sp>
            <p:nvSpPr>
              <p:cNvPr id="26629" name="流程图: 决策 26628"/>
              <p:cNvSpPr/>
              <p:nvPr/>
            </p:nvSpPr>
            <p:spPr>
              <a:xfrm>
                <a:off x="2736" y="2832"/>
                <a:ext cx="720" cy="384"/>
              </a:xfrm>
              <a:prstGeom prst="flowChartDecision">
                <a:avLst/>
              </a:prstGeom>
              <a:solidFill>
                <a:srgbClr val="FFFF00"/>
              </a:solidFill>
              <a:ln w="9525" cap="flat" cmpd="sng">
                <a:solidFill>
                  <a:schemeClr val="tx1"/>
                </a:solidFill>
                <a:prstDash val="solid"/>
                <a:miter/>
                <a:headEnd type="none" w="med" len="med"/>
                <a:tailEnd type="none" w="med" len="med"/>
              </a:ln>
            </p:spPr>
            <p:txBody>
              <a:bodyPr/>
              <a:p>
                <a:endParaRPr lang="zh-CN" altLang="en-US"/>
              </a:p>
            </p:txBody>
          </p:sp>
          <p:sp>
            <p:nvSpPr>
              <p:cNvPr id="26631" name="直接连接符 26630"/>
              <p:cNvSpPr/>
              <p:nvPr/>
            </p:nvSpPr>
            <p:spPr>
              <a:xfrm>
                <a:off x="2448" y="3024"/>
                <a:ext cx="288" cy="0"/>
              </a:xfrm>
              <a:prstGeom prst="line">
                <a:avLst/>
              </a:prstGeom>
              <a:ln w="9525" cap="flat" cmpd="sng">
                <a:solidFill>
                  <a:schemeClr val="tx1"/>
                </a:solidFill>
                <a:prstDash val="solid"/>
                <a:headEnd type="none" w="med" len="med"/>
                <a:tailEnd type="triangle" w="med" len="med"/>
              </a:ln>
            </p:spPr>
          </p:sp>
          <p:sp>
            <p:nvSpPr>
              <p:cNvPr id="26632" name="直接连接符 26631"/>
              <p:cNvSpPr/>
              <p:nvPr/>
            </p:nvSpPr>
            <p:spPr>
              <a:xfrm>
                <a:off x="3456" y="3024"/>
                <a:ext cx="336" cy="0"/>
              </a:xfrm>
              <a:prstGeom prst="line">
                <a:avLst/>
              </a:prstGeom>
              <a:ln w="9525" cap="flat" cmpd="sng">
                <a:solidFill>
                  <a:schemeClr val="tx1"/>
                </a:solidFill>
                <a:prstDash val="solid"/>
                <a:headEnd type="none" w="med" len="med"/>
                <a:tailEnd type="triangle" w="med" len="med"/>
              </a:ln>
            </p:spPr>
          </p:sp>
        </p:grpSp>
        <p:sp>
          <p:nvSpPr>
            <p:cNvPr id="26638" name="文本框 26637"/>
            <p:cNvSpPr txBox="1"/>
            <p:nvPr/>
          </p:nvSpPr>
          <p:spPr>
            <a:xfrm>
              <a:off x="2400" y="2304"/>
              <a:ext cx="1008" cy="751"/>
            </a:xfrm>
            <a:prstGeom prst="rect">
              <a:avLst/>
            </a:prstGeom>
            <a:noFill/>
            <a:ln w="9525">
              <a:noFill/>
            </a:ln>
          </p:spPr>
          <p:txBody>
            <a:bodyPr>
              <a:spAutoFit/>
            </a:bodyPr>
            <a:p>
              <a:pPr algn="ctr">
                <a:spcBef>
                  <a:spcPct val="50000"/>
                </a:spcBef>
              </a:pPr>
              <a:r>
                <a:rPr lang="en-US" altLang="zh-CN"/>
                <a:t>Research</a:t>
              </a:r>
              <a:endParaRPr lang="en-US" altLang="zh-CN"/>
            </a:p>
            <a:p>
              <a:pPr algn="ctr">
                <a:spcBef>
                  <a:spcPct val="50000"/>
                </a:spcBef>
              </a:pPr>
              <a:r>
                <a:rPr lang="en-US" altLang="zh-CN"/>
                <a:t>&amp;</a:t>
              </a:r>
              <a:endParaRPr lang="en-US" altLang="zh-CN"/>
            </a:p>
            <a:p>
              <a:pPr algn="ctr">
                <a:spcBef>
                  <a:spcPct val="50000"/>
                </a:spcBef>
              </a:pPr>
              <a:r>
                <a:rPr lang="en-US" altLang="zh-CN"/>
                <a:t>Development</a:t>
              </a:r>
              <a:endParaRPr lang="en-US" altLang="zh-CN"/>
            </a:p>
          </p:txBody>
        </p:sp>
      </p:grpSp>
      <p:sp>
        <p:nvSpPr>
          <p:cNvPr id="26648" name="文本占位符 26647"/>
          <p:cNvSpPr>
            <a:spLocks noGrp="1"/>
          </p:cNvSpPr>
          <p:nvPr>
            <p:ph type="body" idx="1"/>
          </p:nvPr>
        </p:nvSpPr>
        <p:spPr>
          <a:ln/>
        </p:spPr>
        <p:txBody>
          <a:bodyPr/>
          <a:p>
            <a:r>
              <a:rPr lang="en-US" altLang="zh-CN"/>
              <a:t>By selecting several AutoShapes and right-clicking, you can group them together.</a:t>
            </a:r>
            <a:endParaRPr lang="en-US" altLang="zh-CN"/>
          </a:p>
          <a:p>
            <a:r>
              <a:rPr lang="en-US" altLang="zh-CN"/>
              <a:t>Any of the Custom Animations we Used for Text Sections can be Applied to Groups or Single AutoShapes</a:t>
            </a:r>
            <a:endParaRPr lang="en-US" altLang="zh-CN"/>
          </a:p>
        </p:txBody>
      </p:sp>
      <p:sp>
        <p:nvSpPr>
          <p:cNvPr id="26649" name="FlagCount" hidden="1">
            <a:hlinkClick r:id="rId1"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643"/>
                                        </p:tgtEl>
                                        <p:attrNameLst>
                                          <p:attrName>style.visibility</p:attrName>
                                        </p:attrNameLst>
                                      </p:cBhvr>
                                      <p:to>
                                        <p:strVal val="visible"/>
                                      </p:to>
                                    </p:set>
                                    <p:anim calcmode="lin" valueType="num">
                                      <p:cBhvr additive="base">
                                        <p:cTn id="7" dur="1000" fill="hold"/>
                                        <p:tgtEl>
                                          <p:spTgt spid="26643"/>
                                        </p:tgtEl>
                                        <p:attrNameLst>
                                          <p:attrName>ppt_x</p:attrName>
                                        </p:attrNameLst>
                                      </p:cBhvr>
                                      <p:tavLst>
                                        <p:tav tm="0">
                                          <p:val>
                                            <p:strVal val="0-#ppt_w/2"/>
                                          </p:val>
                                        </p:tav>
                                        <p:tav tm="100000">
                                          <p:val>
                                            <p:strVal val="#ppt_x"/>
                                          </p:val>
                                        </p:tav>
                                      </p:tavLst>
                                    </p:anim>
                                    <p:anim calcmode="lin" valueType="num">
                                      <p:cBhvr additive="base">
                                        <p:cTn id="8" dur="1000" fill="hold"/>
                                        <p:tgtEl>
                                          <p:spTgt spid="2664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2" fill="hold" nodeType="afterEffect">
                                  <p:stCondLst>
                                    <p:cond delay="500"/>
                                  </p:stCondLst>
                                  <p:childTnLst>
                                    <p:set>
                                      <p:cBhvr>
                                        <p:cTn id="11" dur="1" fill="hold">
                                          <p:stCondLst>
                                            <p:cond delay="0"/>
                                          </p:stCondLst>
                                        </p:cTn>
                                        <p:tgtEl>
                                          <p:spTgt spid="26646"/>
                                        </p:tgtEl>
                                        <p:attrNameLst>
                                          <p:attrName>style.visibility</p:attrName>
                                        </p:attrNameLst>
                                      </p:cBhvr>
                                      <p:to>
                                        <p:strVal val="visible"/>
                                      </p:to>
                                    </p:set>
                                    <p:anim calcmode="lin" valueType="num">
                                      <p:cBhvr additive="base">
                                        <p:cTn id="12" dur="1000" fill="hold"/>
                                        <p:tgtEl>
                                          <p:spTgt spid="26646"/>
                                        </p:tgtEl>
                                        <p:attrNameLst>
                                          <p:attrName>ppt_x</p:attrName>
                                        </p:attrNameLst>
                                      </p:cBhvr>
                                      <p:tavLst>
                                        <p:tav tm="0">
                                          <p:val>
                                            <p:strVal val="1+#ppt_w/2"/>
                                          </p:val>
                                        </p:tav>
                                        <p:tav tm="100000">
                                          <p:val>
                                            <p:strVal val="#ppt_x"/>
                                          </p:val>
                                        </p:tav>
                                      </p:tavLst>
                                    </p:anim>
                                    <p:anim calcmode="lin" valueType="num">
                                      <p:cBhvr additive="base">
                                        <p:cTn id="13" dur="1000" fill="hold"/>
                                        <p:tgtEl>
                                          <p:spTgt spid="26646"/>
                                        </p:tgtEl>
                                        <p:attrNameLst>
                                          <p:attrName>ppt_y</p:attrName>
                                        </p:attrNameLst>
                                      </p:cBhvr>
                                      <p:tavLst>
                                        <p:tav tm="0">
                                          <p:val>
                                            <p:strVal val="#ppt_y"/>
                                          </p:val>
                                        </p:tav>
                                        <p:tav tm="100000">
                                          <p:val>
                                            <p:strVal val="#ppt_y"/>
                                          </p:val>
                                        </p:tav>
                                      </p:tavLst>
                                    </p:anim>
                                  </p:childTnLst>
                                </p:cTn>
                              </p:par>
                            </p:childTnLst>
                          </p:cTn>
                        </p:par>
                        <p:par>
                          <p:cTn id="14" fill="hold">
                            <p:stCondLst>
                              <p:cond delay="2500"/>
                            </p:stCondLst>
                            <p:childTnLst>
                              <p:par>
                                <p:cTn id="15" presetID="9" presetClass="entr" presetSubtype="0" fill="hold" nodeType="afterEffect">
                                  <p:stCondLst>
                                    <p:cond delay="500"/>
                                  </p:stCondLst>
                                  <p:childTnLst>
                                    <p:set>
                                      <p:cBhvr>
                                        <p:cTn id="16" dur="1" fill="hold">
                                          <p:stCondLst>
                                            <p:cond delay="0"/>
                                          </p:stCondLst>
                                        </p:cTn>
                                        <p:tgtEl>
                                          <p:spTgt spid="26645"/>
                                        </p:tgtEl>
                                        <p:attrNameLst>
                                          <p:attrName>style.visibility</p:attrName>
                                        </p:attrNameLst>
                                      </p:cBhvr>
                                      <p:to>
                                        <p:strVal val="visible"/>
                                      </p:to>
                                    </p:set>
                                    <p:animEffect transition="in" filter="dissolve">
                                      <p:cBhvr>
                                        <p:cTn id="17" dur="2000"/>
                                        <p:tgtEl>
                                          <p:spTgt spid="26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27649"/>
          <p:cNvSpPr>
            <a:spLocks noGrp="1"/>
          </p:cNvSpPr>
          <p:nvPr>
            <p:ph type="title"/>
          </p:nvPr>
        </p:nvSpPr>
        <p:spPr>
          <a:ln/>
        </p:spPr>
        <p:txBody>
          <a:bodyPr anchor="b" anchorCtr="0"/>
          <a:p>
            <a:r>
              <a:rPr lang="en-US" altLang="zh-CN"/>
              <a:t>Embedding Video</a:t>
            </a:r>
            <a:endParaRPr lang="en-US" altLang="zh-CN"/>
          </a:p>
        </p:txBody>
      </p:sp>
      <p:sp>
        <p:nvSpPr>
          <p:cNvPr id="27651" name="文本占位符 27650"/>
          <p:cNvSpPr>
            <a:spLocks noGrp="1"/>
          </p:cNvSpPr>
          <p:nvPr>
            <p:ph type="body" sz="half" idx="1"/>
          </p:nvPr>
        </p:nvSpPr>
        <p:spPr>
          <a:xfrm>
            <a:off x="838200" y="2362200"/>
            <a:ext cx="4648200" cy="4191000"/>
          </a:xfrm>
          <a:ln/>
        </p:spPr>
        <p:txBody>
          <a:bodyPr/>
          <a:p>
            <a:pPr>
              <a:buClr>
                <a:schemeClr val="tx1"/>
              </a:buClr>
              <a:buSzPct val="75000"/>
              <a:buFont typeface="Wingdings" panose="05000000000000000000" pitchFamily="2" charset="2"/>
            </a:pPr>
            <a:r>
              <a:rPr lang="en-US" altLang="zh-CN" sz="2000"/>
              <a:t>To Play a Video in Your Slide Show, go to “Insert” and Place your Mouse Over “Movies and Sounds” then Select “Movie From File”</a:t>
            </a:r>
            <a:endParaRPr lang="en-US" altLang="zh-CN" sz="2000"/>
          </a:p>
          <a:p>
            <a:pPr>
              <a:buClr>
                <a:schemeClr val="tx1"/>
              </a:buClr>
              <a:buSzPct val="75000"/>
              <a:buFont typeface="Wingdings" panose="05000000000000000000" pitchFamily="2" charset="2"/>
            </a:pPr>
            <a:r>
              <a:rPr lang="en-US" altLang="zh-CN" sz="2000"/>
              <a:t>Any Movie that is Supported Will Automatically be Shown When you Browse for the File</a:t>
            </a:r>
            <a:endParaRPr lang="en-US" altLang="zh-CN" sz="2000"/>
          </a:p>
          <a:p>
            <a:pPr>
              <a:buClr>
                <a:schemeClr val="tx1"/>
              </a:buClr>
              <a:buSzPct val="75000"/>
              <a:buFont typeface="Wingdings" panose="05000000000000000000" pitchFamily="2" charset="2"/>
            </a:pPr>
            <a:r>
              <a:rPr lang="en-US" altLang="zh-CN" sz="2000"/>
              <a:t>Once the Video is Inserted, Select if You Want it to Play Automatically </a:t>
            </a:r>
            <a:endParaRPr lang="en-US" altLang="zh-CN" sz="2000" dirty="0"/>
          </a:p>
          <a:p>
            <a:pPr>
              <a:buClr>
                <a:schemeClr val="tx1"/>
              </a:buClr>
              <a:buSzPct val="75000"/>
              <a:buFont typeface="Wingdings" panose="05000000000000000000" pitchFamily="2" charset="2"/>
            </a:pPr>
            <a:r>
              <a:rPr lang="en-US" altLang="zh-CN" sz="2000" dirty="0"/>
              <a:t>Then</a:t>
            </a:r>
            <a:r>
              <a:rPr lang="en-US" altLang="zh-CN" sz="2000"/>
              <a:t>, you can Position and Size the Video how You Wish</a:t>
            </a:r>
            <a:endParaRPr lang="en-US" altLang="zh-CN" sz="2000"/>
          </a:p>
          <a:p>
            <a:pPr>
              <a:buClr>
                <a:schemeClr val="tx1"/>
              </a:buClr>
              <a:buSzPct val="75000"/>
              <a:buFont typeface="Wingdings" panose="05000000000000000000" pitchFamily="2" charset="2"/>
            </a:pPr>
            <a:endParaRPr lang="en-US" altLang="zh-CN" sz="2000"/>
          </a:p>
        </p:txBody>
      </p:sp>
      <p:pic>
        <p:nvPicPr>
          <p:cNvPr id="27652" name="slide.mpg">
            <a:hlinkClick r:id="" action="ppaction://media"/>
          </p:cNvPr>
          <p:cNvPicPr>
            <a:picLocks noRot="1" noChangeAspect="1"/>
          </p:cNvPicPr>
          <p:nvPr>
            <p:ph sz="half" idx="2"/>
            <a:videoFile r:link="rId1"/>
            <p:extLst>
              <p:ext uri="{DAA4B4D4-6D71-4841-9C94-3DE7FCFB9230}">
                <p14:media xmlns:p14="http://schemas.microsoft.com/office/powerpoint/2010/main" r:link="rId2"/>
              </p:ext>
            </p:extLst>
          </p:nvPr>
        </p:nvPicPr>
        <p:blipFill>
          <a:blip r:embed="rId3"/>
          <a:stretch>
            <a:fillRect/>
          </a:stretch>
        </p:blipFill>
        <p:spPr>
          <a:xfrm>
            <a:off x="5486400" y="3451225"/>
            <a:ext cx="3044825" cy="2028825"/>
          </a:xfrm>
          <a:ln/>
        </p:spPr>
      </p:pic>
      <p:sp>
        <p:nvSpPr>
          <p:cNvPr id="27654" name="FlagCount" hidden="1">
            <a:hlinkClick r:id="rId4"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4979" fill="hold"/>
                                        <p:tgtEl>
                                          <p:spTgt spid="2765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27652"/>
                </p:tgtEl>
              </p:cMediaNode>
            </p:video>
            <p:seq concurrent="1" nextAc="seek">
              <p:cTn id="8" restart="whenNotActive" fill="hold" evtFilter="cancelBubble" nodeType="interactiveSeq">
                <p:stCondLst>
                  <p:cond evt="onClick" delay="0">
                    <p:tgtEl>
                      <p:spTgt spid="2765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7652"/>
                                        </p:tgtEl>
                                      </p:cBhvr>
                                    </p:cmd>
                                  </p:childTnLst>
                                </p:cTn>
                              </p:par>
                            </p:childTnLst>
                          </p:cTn>
                        </p:par>
                      </p:childTnLst>
                    </p:cTn>
                  </p:par>
                </p:childTnLst>
              </p:cTn>
              <p:nextCondLst>
                <p:cond evt="onClick" delay="0">
                  <p:tgtEl>
                    <p:spTgt spid="2765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28673"/>
          <p:cNvSpPr>
            <a:spLocks noGrp="1"/>
          </p:cNvSpPr>
          <p:nvPr>
            <p:ph type="title"/>
          </p:nvPr>
        </p:nvSpPr>
        <p:spPr>
          <a:ln/>
        </p:spPr>
        <p:txBody>
          <a:bodyPr anchor="b" anchorCtr="0"/>
          <a:p>
            <a:r>
              <a:rPr lang="en-US" altLang="zh-CN"/>
              <a:t>Action Buttons</a:t>
            </a:r>
            <a:endParaRPr lang="en-US" altLang="zh-CN"/>
          </a:p>
        </p:txBody>
      </p:sp>
      <p:sp>
        <p:nvSpPr>
          <p:cNvPr id="28675" name="文本占位符 28674"/>
          <p:cNvSpPr>
            <a:spLocks noGrp="1"/>
          </p:cNvSpPr>
          <p:nvPr>
            <p:ph type="body" idx="1"/>
          </p:nvPr>
        </p:nvSpPr>
        <p:spPr>
          <a:ln/>
        </p:spPr>
        <p:txBody>
          <a:bodyPr/>
          <a:p>
            <a:r>
              <a:rPr lang="en-US" altLang="zh-CN" sz="2400"/>
              <a:t>You can Add Action Buttons to Move Around non-linearly in Your Presentation</a:t>
            </a:r>
            <a:endParaRPr lang="en-US" altLang="zh-CN" sz="2400"/>
          </a:p>
          <a:p>
            <a:r>
              <a:rPr lang="en-US" altLang="zh-CN" sz="2400"/>
              <a:t>Go to “Slide Show” and Select “Action Buttons”</a:t>
            </a:r>
            <a:endParaRPr lang="en-US" altLang="zh-CN" sz="2400"/>
          </a:p>
          <a:p>
            <a:r>
              <a:rPr lang="en-US" altLang="zh-CN" sz="2400"/>
              <a:t>Select Your Desired Button Type then Draw Your Button and a Window Will Appear </a:t>
            </a:r>
            <a:endParaRPr lang="en-US" altLang="zh-CN" sz="2400"/>
          </a:p>
          <a:p>
            <a:r>
              <a:rPr lang="en-US" altLang="zh-CN" sz="2400"/>
              <a:t>Set Up your Properties, then you can Double Click the Button to Change Color</a:t>
            </a:r>
            <a:endParaRPr lang="en-US" altLang="zh-CN" sz="2400"/>
          </a:p>
          <a:p>
            <a:r>
              <a:rPr lang="en-US" altLang="zh-CN" sz="2400"/>
              <a:t>You Can Also Resize and Position the Button After it is Created</a:t>
            </a:r>
            <a:endParaRPr lang="en-US" altLang="zh-CN" sz="2400"/>
          </a:p>
        </p:txBody>
      </p:sp>
      <p:sp>
        <p:nvSpPr>
          <p:cNvPr id="28677" name="动作按钮: 后退或前一项 28676">
            <a:hlinkClick r:id="rId1" action="ppaction://hlinksldjump"/>
          </p:cNvPr>
          <p:cNvSpPr/>
          <p:nvPr/>
        </p:nvSpPr>
        <p:spPr>
          <a:xfrm>
            <a:off x="7620000" y="5943600"/>
            <a:ext cx="609600" cy="609600"/>
          </a:xfrm>
          <a:prstGeom prst="actionButtonBackPrevious">
            <a:avLst/>
          </a:prstGeom>
          <a:solidFill>
            <a:srgbClr val="FF0000"/>
          </a:solidFill>
          <a:ln w="9525">
            <a:noFill/>
          </a:ln>
        </p:spPr>
        <p:txBody>
          <a:bodyPr/>
          <a:p>
            <a:endParaRPr lang="zh-CN" altLang="en-US"/>
          </a:p>
        </p:txBody>
      </p:sp>
      <p:sp>
        <p:nvSpPr>
          <p:cNvPr id="28678" name="文本框 28677"/>
          <p:cNvSpPr txBox="1"/>
          <p:nvPr/>
        </p:nvSpPr>
        <p:spPr>
          <a:xfrm>
            <a:off x="5257800" y="6096000"/>
            <a:ext cx="2438400" cy="366713"/>
          </a:xfrm>
          <a:prstGeom prst="rect">
            <a:avLst/>
          </a:prstGeom>
          <a:noFill/>
          <a:ln w="9525">
            <a:noFill/>
          </a:ln>
        </p:spPr>
        <p:txBody>
          <a:bodyPr>
            <a:spAutoFit/>
          </a:bodyPr>
          <a:p>
            <a:pPr>
              <a:spcBef>
                <a:spcPct val="50000"/>
              </a:spcBef>
            </a:pPr>
            <a:r>
              <a:rPr lang="en-US" altLang="zh-CN"/>
              <a:t>Go See HAL Again…</a:t>
            </a:r>
            <a:endParaRPr lang="en-US" altLang="zh-CN"/>
          </a:p>
        </p:txBody>
      </p:sp>
      <p:sp>
        <p:nvSpPr>
          <p:cNvPr id="28679" name="FlagCount" hidden="1">
            <a:hlinkClick r:id="rId2"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29697"/>
          <p:cNvSpPr>
            <a:spLocks noGrp="1"/>
          </p:cNvSpPr>
          <p:nvPr>
            <p:ph type="title"/>
          </p:nvPr>
        </p:nvSpPr>
        <p:spPr>
          <a:ln/>
        </p:spPr>
        <p:txBody>
          <a:bodyPr anchor="b" anchorCtr="0"/>
          <a:p>
            <a:r>
              <a:rPr lang="en-US" altLang="zh-CN"/>
              <a:t>Linking to Web Content</a:t>
            </a:r>
            <a:endParaRPr lang="en-US" altLang="zh-CN"/>
          </a:p>
        </p:txBody>
      </p:sp>
      <p:sp>
        <p:nvSpPr>
          <p:cNvPr id="29699" name="文本占位符 29698"/>
          <p:cNvSpPr>
            <a:spLocks noGrp="1"/>
          </p:cNvSpPr>
          <p:nvPr>
            <p:ph type="body" idx="1"/>
          </p:nvPr>
        </p:nvSpPr>
        <p:spPr>
          <a:ln/>
        </p:spPr>
        <p:txBody>
          <a:bodyPr/>
          <a:p>
            <a:pPr>
              <a:lnSpc>
                <a:spcPct val="90000"/>
              </a:lnSpc>
            </a:pPr>
            <a:r>
              <a:rPr lang="en-US" altLang="zh-CN" sz="2400"/>
              <a:t>You Can Link to Web Content and Open it During Your Slide Show</a:t>
            </a:r>
            <a:endParaRPr lang="en-US" altLang="zh-CN" sz="2400"/>
          </a:p>
          <a:p>
            <a:pPr>
              <a:lnSpc>
                <a:spcPct val="90000"/>
              </a:lnSpc>
            </a:pPr>
            <a:r>
              <a:rPr lang="en-US" altLang="zh-CN" sz="2400"/>
              <a:t>The Computer You Used During the Slide Show MUST Have Internet Access</a:t>
            </a:r>
            <a:endParaRPr lang="en-US" altLang="zh-CN" sz="2400"/>
          </a:p>
          <a:p>
            <a:pPr>
              <a:lnSpc>
                <a:spcPct val="90000"/>
              </a:lnSpc>
            </a:pPr>
            <a:r>
              <a:rPr lang="en-US" altLang="zh-CN" sz="2400"/>
              <a:t>Highlight a Section of Text and Right-Click it</a:t>
            </a:r>
            <a:endParaRPr lang="en-US" altLang="zh-CN" sz="2400"/>
          </a:p>
          <a:p>
            <a:pPr>
              <a:lnSpc>
                <a:spcPct val="90000"/>
              </a:lnSpc>
            </a:pPr>
            <a:r>
              <a:rPr lang="en-US" altLang="zh-CN" sz="2400"/>
              <a:t>Select “Hyperlink” (Any Spelling or Grammar Errors must be corrected or ignored to select “hyperlink”)</a:t>
            </a:r>
            <a:endParaRPr lang="en-US" altLang="zh-CN" sz="2400"/>
          </a:p>
          <a:p>
            <a:pPr>
              <a:lnSpc>
                <a:spcPct val="90000"/>
              </a:lnSpc>
            </a:pPr>
            <a:r>
              <a:rPr lang="en-US" altLang="zh-CN" sz="2400"/>
              <a:t>Fill In the Address for Your Target Content</a:t>
            </a:r>
            <a:endParaRPr lang="en-US" altLang="zh-CN" sz="2400"/>
          </a:p>
          <a:p>
            <a:pPr>
              <a:lnSpc>
                <a:spcPct val="90000"/>
              </a:lnSpc>
            </a:pPr>
            <a:r>
              <a:rPr lang="en-US" altLang="zh-CN" sz="2400"/>
              <a:t>Click </a:t>
            </a:r>
            <a:r>
              <a:rPr lang="en-US" altLang="zh-CN" sz="2400">
                <a:hlinkClick r:id="rId1"/>
              </a:rPr>
              <a:t>HERE</a:t>
            </a:r>
            <a:r>
              <a:rPr lang="en-US" altLang="zh-CN" sz="2400"/>
              <a:t> to Visit </a:t>
            </a:r>
            <a:r>
              <a:rPr lang="en-US" altLang="zh-CN" sz="2400">
                <a:hlinkClick r:id="rId1"/>
              </a:rPr>
              <a:t>www.campcaleb.com</a:t>
            </a:r>
            <a:endParaRPr lang="en-US" altLang="zh-CN" sz="2400"/>
          </a:p>
        </p:txBody>
      </p:sp>
      <p:sp>
        <p:nvSpPr>
          <p:cNvPr id="29700" name="FlagCount" hidden="1">
            <a:hlinkClick r:id="rId2"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30721"/>
          <p:cNvSpPr>
            <a:spLocks noGrp="1"/>
          </p:cNvSpPr>
          <p:nvPr>
            <p:ph type="title"/>
          </p:nvPr>
        </p:nvSpPr>
        <p:spPr>
          <a:ln/>
        </p:spPr>
        <p:txBody>
          <a:bodyPr anchor="b" anchorCtr="0"/>
          <a:p>
            <a:r>
              <a:rPr lang="en-US" altLang="zh-CN"/>
              <a:t>Adding Email Links</a:t>
            </a:r>
            <a:endParaRPr lang="en-US" altLang="zh-CN"/>
          </a:p>
        </p:txBody>
      </p:sp>
      <p:sp>
        <p:nvSpPr>
          <p:cNvPr id="30723" name="文本占位符 30722"/>
          <p:cNvSpPr>
            <a:spLocks noGrp="1"/>
          </p:cNvSpPr>
          <p:nvPr>
            <p:ph type="body" idx="1"/>
          </p:nvPr>
        </p:nvSpPr>
        <p:spPr>
          <a:ln/>
        </p:spPr>
        <p:txBody>
          <a:bodyPr/>
          <a:p>
            <a:pPr>
              <a:lnSpc>
                <a:spcPct val="90000"/>
              </a:lnSpc>
            </a:pPr>
            <a:r>
              <a:rPr lang="en-US" altLang="zh-CN" sz="2400"/>
              <a:t>A Good Idea is to Add Your Email Address or other Contact Information to Your Slide Show</a:t>
            </a:r>
            <a:endParaRPr lang="en-US" altLang="zh-CN" sz="2400"/>
          </a:p>
          <a:p>
            <a:pPr>
              <a:lnSpc>
                <a:spcPct val="90000"/>
              </a:lnSpc>
            </a:pPr>
            <a:r>
              <a:rPr lang="en-US" altLang="zh-CN" sz="2400"/>
              <a:t>You Add an Email Address the Same Way you Link to Web Content, EXCEPT in the Address Field You Need to Type:</a:t>
            </a:r>
            <a:endParaRPr lang="en-US" altLang="zh-CN" sz="2400"/>
          </a:p>
          <a:p>
            <a:pPr lvl="1">
              <a:lnSpc>
                <a:spcPct val="90000"/>
              </a:lnSpc>
            </a:pPr>
            <a:r>
              <a:rPr lang="en-US" altLang="zh-CN" sz="2000"/>
              <a:t>“</a:t>
            </a:r>
            <a:r>
              <a:rPr lang="en-US" altLang="zh-CN" sz="2000" err="1"/>
              <a:t>mailto:youremail@yourdomain.com</a:t>
            </a:r>
            <a:r>
              <a:rPr lang="en-US" altLang="zh-CN" sz="2000"/>
              <a:t>”</a:t>
            </a:r>
            <a:endParaRPr lang="en-US" altLang="zh-CN" sz="2000"/>
          </a:p>
          <a:p>
            <a:pPr>
              <a:lnSpc>
                <a:spcPct val="90000"/>
              </a:lnSpc>
            </a:pPr>
            <a:r>
              <a:rPr lang="en-US" altLang="zh-CN" sz="2400"/>
              <a:t>For More Help or Information Contact Me:</a:t>
            </a:r>
            <a:endParaRPr lang="en-US" altLang="zh-CN" sz="2400"/>
          </a:p>
          <a:p>
            <a:pPr lvl="1">
              <a:lnSpc>
                <a:spcPct val="90000"/>
              </a:lnSpc>
            </a:pPr>
            <a:r>
              <a:rPr lang="en-US" altLang="zh-CN" sz="2000"/>
              <a:t>Ryan N. McKenzie</a:t>
            </a:r>
            <a:endParaRPr lang="en-US" altLang="zh-CN" sz="2000"/>
          </a:p>
          <a:p>
            <a:pPr lvl="1">
              <a:lnSpc>
                <a:spcPct val="90000"/>
              </a:lnSpc>
            </a:pPr>
            <a:r>
              <a:rPr lang="en-US" altLang="zh-CN" sz="2000"/>
              <a:t>(859) 257-8745</a:t>
            </a:r>
            <a:endParaRPr lang="en-US" altLang="zh-CN" sz="2000"/>
          </a:p>
          <a:p>
            <a:pPr lvl="1">
              <a:lnSpc>
                <a:spcPct val="90000"/>
              </a:lnSpc>
            </a:pPr>
            <a:r>
              <a:rPr lang="en-US" altLang="zh-CN" sz="2000">
                <a:hlinkClick r:id="rId1"/>
              </a:rPr>
              <a:t>rnmcke0@uky.edu</a:t>
            </a:r>
            <a:endParaRPr lang="en-US" altLang="zh-CN" sz="2000"/>
          </a:p>
        </p:txBody>
      </p:sp>
      <p:sp>
        <p:nvSpPr>
          <p:cNvPr id="30724" name="FlagCount" hidden="1">
            <a:hlinkClick r:id="rId2" action="ppaction://hlinkfile"/>
          </p:cNvPr>
          <p:cNvSpPr/>
          <p:nvPr/>
        </p:nvSpPr>
        <p:spPr>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cap="flat" cmpd="sng">
            <a:solidFill>
              <a:schemeClr val="tx1"/>
            </a:solidFill>
            <a:prstDash val="solid"/>
            <a:miter/>
            <a:headEnd type="none" w="med" len="med"/>
            <a:tailEnd type="none" w="med" len="med"/>
          </a:ln>
        </p:spPr>
        <p:txBody>
          <a:bodyPr wrap="none" anchor="ctr" anchorCtr="0"/>
          <a:p>
            <a:pPr algn="ctr"/>
            <a:r>
              <a:rPr lang="en-US" altLang="zh-CN" sz="1400" b="1" dirty="0">
                <a:latin typeface="Tahoma" panose="020B0604030504040204" pitchFamily="34" charset="0"/>
              </a:rPr>
              <a:t>0</a:t>
            </a:r>
            <a:endParaRPr lang="en-US" altLang="zh-CN" sz="1400" b="1" dirty="0">
              <a:latin typeface="Tahoma" panose="020B0604030504040204" pitchFamily="34" charset="0"/>
            </a:endParaRPr>
          </a:p>
        </p:txBody>
      </p:sp>
    </p:spTree>
  </p:cSld>
  <p:clrMapOvr>
    <a:masterClrMapping/>
  </p:clrMapOvr>
</p:sld>
</file>

<file path=ppt/theme/theme1.xml><?xml version="1.0" encoding="utf-8"?>
<a:theme xmlns:a="http://schemas.openxmlformats.org/drawingml/2006/main" name="Capsules">
  <a:themeElements>
    <a:clrScheme name="">
      <a:dk1>
        <a:srgbClr val="003366"/>
      </a:dk1>
      <a:lt1>
        <a:srgbClr val="FFFFFF"/>
      </a:lt1>
      <a:dk2>
        <a:srgbClr val="006666"/>
      </a:dk2>
      <a:lt2>
        <a:srgbClr val="666699"/>
      </a:lt2>
      <a:accent1>
        <a:srgbClr val="33CCCC"/>
      </a:accent1>
      <a:accent2>
        <a:srgbClr val="99CC99"/>
      </a:accent2>
      <a:accent3>
        <a:srgbClr val="FFFFFF"/>
      </a:accent3>
      <a:accent4>
        <a:srgbClr val="002A57"/>
      </a:accent4>
      <a:accent5>
        <a:srgbClr val="ADE2E2"/>
      </a:accent5>
      <a:accent6>
        <a:srgbClr val="89B789"/>
      </a:accent6>
      <a:hlink>
        <a:srgbClr val="003366"/>
      </a:hlink>
      <a:folHlink>
        <a:srgbClr val="CC99FF"/>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3366"/>
        </a:dk1>
        <a:lt1>
          <a:srgbClr val="FFFFFF"/>
        </a:lt1>
        <a:dk2>
          <a:srgbClr val="006666"/>
        </a:dk2>
        <a:lt2>
          <a:srgbClr val="666699"/>
        </a:lt2>
        <a:accent1>
          <a:srgbClr val="33CCCC"/>
        </a:accent1>
        <a:accent2>
          <a:srgbClr val="99CC99"/>
        </a:accent2>
        <a:accent3>
          <a:srgbClr val="FFFFFF"/>
        </a:accent3>
        <a:accent4>
          <a:srgbClr val="002A57"/>
        </a:accent4>
        <a:accent5>
          <a:srgbClr val="ADE2E2"/>
        </a:accent5>
        <a:accent6>
          <a:srgbClr val="89B789"/>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9B7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
        <a:dk1>
          <a:srgbClr val="FFFFFF"/>
        </a:dk1>
        <a:lt1>
          <a:srgbClr val="6699FF"/>
        </a:lt1>
        <a:dk2>
          <a:srgbClr val="FFFFFF"/>
        </a:dk2>
        <a:lt2>
          <a:srgbClr val="006699"/>
        </a:lt2>
        <a:accent1>
          <a:srgbClr val="33CCCC"/>
        </a:accent1>
        <a:accent2>
          <a:srgbClr val="006699"/>
        </a:accent2>
        <a:accent3>
          <a:srgbClr val="B9CAFF"/>
        </a:accent3>
        <a:accent4>
          <a:srgbClr val="DCDCDC"/>
        </a:accent4>
        <a:accent5>
          <a:srgbClr val="ADE2E2"/>
        </a:accent5>
        <a:accent6>
          <a:srgbClr val="005B89"/>
        </a:accent6>
        <a:hlink>
          <a:srgbClr val="99CC00"/>
        </a:hlink>
        <a:folHlink>
          <a:srgbClr val="FFFF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5B75B"/>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
        <a:dk1>
          <a:srgbClr val="FFFFFF"/>
        </a:dk1>
        <a:lt1>
          <a:srgbClr val="336699"/>
        </a:lt1>
        <a:dk2>
          <a:srgbClr val="FFFFEB"/>
        </a:dk2>
        <a:lt2>
          <a:srgbClr val="000066"/>
        </a:lt2>
        <a:accent1>
          <a:srgbClr val="99CCFF"/>
        </a:accent1>
        <a:accent2>
          <a:srgbClr val="9999FF"/>
        </a:accent2>
        <a:accent3>
          <a:srgbClr val="ADB9CA"/>
        </a:accent3>
        <a:accent4>
          <a:srgbClr val="DCDCDC"/>
        </a:accent4>
        <a:accent5>
          <a:srgbClr val="CAE2FF"/>
        </a:accent5>
        <a:accent6>
          <a:srgbClr val="8989E5"/>
        </a:accent6>
        <a:hlink>
          <a:srgbClr val="CCCCFF"/>
        </a:hlink>
        <a:folHlink>
          <a:srgbClr val="C68DFF"/>
        </a:folHlink>
      </a:clrScheme>
      <a:clrMap bg1="lt1" tx1="dk1" bg2="lt2" tx2="dk2" accent1="accent1" accent2="accent2" accent3="accent3" accent4="accent4" accent5="accent5" accent6="accent6" hlink="hlink" folHlink="folHlink"/>
    </a:extraClrScheme>
    <a:extraClrScheme>
      <a:clrScheme name="">
        <a:dk1>
          <a:srgbClr val="FFFFFF"/>
        </a:dk1>
        <a:lt1>
          <a:srgbClr val="006666"/>
        </a:lt1>
        <a:dk2>
          <a:srgbClr val="FFFFFF"/>
        </a:dk2>
        <a:lt2>
          <a:srgbClr val="808000"/>
        </a:lt2>
        <a:accent1>
          <a:srgbClr val="FFCC66"/>
        </a:accent1>
        <a:accent2>
          <a:srgbClr val="00ACA8"/>
        </a:accent2>
        <a:accent3>
          <a:srgbClr val="AAB9B9"/>
        </a:accent3>
        <a:accent4>
          <a:srgbClr val="DCDCDC"/>
        </a:accent4>
        <a:accent5>
          <a:srgbClr val="FFE2B9"/>
        </a:accent5>
        <a:accent6>
          <a:srgbClr val="009A96"/>
        </a:accent6>
        <a:hlink>
          <a:srgbClr val="CCCC00"/>
        </a:hlink>
        <a:folHlink>
          <a:srgbClr val="33CCCC"/>
        </a:folHlink>
      </a:clrScheme>
      <a:clrMap bg1="lt1" tx1="dk1" bg2="lt2" tx2="dk2" accent1="accent1" accent2="accent2" accent3="accent3" accent4="accent4" accent5="accent5" accent6="accent6" hlink="hlink" folHlink="folHlink"/>
    </a:extraClrScheme>
    <a:extraClrScheme>
      <a:clrScheme name="">
        <a:dk1>
          <a:srgbClr val="FFFFFF"/>
        </a:dk1>
        <a:lt1>
          <a:srgbClr val="660033"/>
        </a:lt1>
        <a:dk2>
          <a:srgbClr val="FFFFFF"/>
        </a:dk2>
        <a:lt2>
          <a:srgbClr val="FFFFCC"/>
        </a:lt2>
        <a:accent1>
          <a:srgbClr val="FF9900"/>
        </a:accent1>
        <a:accent2>
          <a:srgbClr val="CC3300"/>
        </a:accent2>
        <a:accent3>
          <a:srgbClr val="B9AAAD"/>
        </a:accent3>
        <a:accent4>
          <a:srgbClr val="DCDCDC"/>
        </a:accent4>
        <a:accent5>
          <a:srgbClr val="FFCAAA"/>
        </a:accent5>
        <a:accent6>
          <a:srgbClr val="B72D00"/>
        </a:accent6>
        <a:hlink>
          <a:srgbClr val="FFCC00"/>
        </a:hlink>
        <a:folHlink>
          <a:srgbClr val="FFCC99"/>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FFFFFF"/>
        </a:dk2>
        <a:lt2>
          <a:srgbClr val="FF0000"/>
        </a:lt2>
        <a:accent1>
          <a:srgbClr val="FFCC00"/>
        </a:accent1>
        <a:accent2>
          <a:srgbClr val="CC3300"/>
        </a:accent2>
        <a:accent3>
          <a:srgbClr val="AAAAAA"/>
        </a:accent3>
        <a:accent4>
          <a:srgbClr val="DCDCDC"/>
        </a:accent4>
        <a:accent5>
          <a:srgbClr val="FFE2AA"/>
        </a:accent5>
        <a:accent6>
          <a:srgbClr val="B72D00"/>
        </a:accent6>
        <a:hlink>
          <a:srgbClr val="FF6600"/>
        </a:hlink>
        <a:folHlink>
          <a:srgbClr val="FF7C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Capsules</Template>
  <TotalTime>0</TotalTime>
  <Words>5636</Words>
  <Application>WPS 演示</Application>
  <PresentationFormat>On-screen Show</PresentationFormat>
  <Paragraphs>203</Paragraphs>
  <Slides>19</Slides>
  <Notes>0</Notes>
  <HiddenSlides>0</HiddenSlides>
  <MMClips>3</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宋体</vt:lpstr>
      <vt:lpstr>Wingdings</vt:lpstr>
      <vt:lpstr>Times New Roman</vt:lpstr>
      <vt:lpstr>Tahoma</vt:lpstr>
      <vt:lpstr>BankGothic Lt BT</vt:lpstr>
      <vt:lpstr>Segoe Print</vt:lpstr>
      <vt:lpstr>微软雅黑</vt:lpstr>
      <vt:lpstr>Arial Unicode MS</vt:lpstr>
      <vt:lpstr>Calibri</vt:lpstr>
      <vt:lpstr>Capsules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University of Kentucky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PowerPoint FIle</dc:title>
  <dc:creator>user</dc:creator>
  <cp:lastModifiedBy>Bobo</cp:lastModifiedBy>
  <cp:revision>17</cp:revision>
  <dcterms:created xsi:type="dcterms:W3CDTF">2005-02-10T21:18:44Z</dcterms:created>
  <dcterms:modified xsi:type="dcterms:W3CDTF">2026-02-25T08:58:17Z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9DDC3C1756F642BF9A60D42515AAB979_13</vt:lpwstr>
  </property>
  <property fmtid="{D5CDD505-2E9C-101B-9397-08002B2CF9AE}" pid="3" name="KSOProductBuildVer">
    <vt:lpwstr>2052-12.1.0.15712</vt:lpwstr>
  </property>
</Properties>
</file>